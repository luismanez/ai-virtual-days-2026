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</p:sldMasterIdLst>
  <p:sldIdLst>
    <p:sldId id="279" r:id="rId5"/>
    <p:sldId id="258" r:id="rId6"/>
    <p:sldId id="290" r:id="rId7"/>
    <p:sldId id="295" r:id="rId8"/>
    <p:sldId id="266" r:id="rId9"/>
    <p:sldId id="257" r:id="rId10"/>
    <p:sldId id="268" r:id="rId11"/>
    <p:sldId id="267" r:id="rId12"/>
    <p:sldId id="269" r:id="rId13"/>
    <p:sldId id="278" r:id="rId14"/>
    <p:sldId id="259" r:id="rId15"/>
    <p:sldId id="260" r:id="rId16"/>
    <p:sldId id="261" r:id="rId17"/>
    <p:sldId id="262" r:id="rId18"/>
    <p:sldId id="270" r:id="rId19"/>
    <p:sldId id="264" r:id="rId20"/>
    <p:sldId id="291" r:id="rId21"/>
    <p:sldId id="292" r:id="rId22"/>
    <p:sldId id="293" r:id="rId23"/>
    <p:sldId id="294" r:id="rId24"/>
    <p:sldId id="296" r:id="rId25"/>
    <p:sldId id="26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961"/>
    <a:srgbClr val="000000"/>
    <a:srgbClr val="F25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51B91-D765-77BF-9CCC-46BBAB8D9138}" v="1" dt="2026-10-26T17:29:49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930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Oval 2">
            <a:extLst>
              <a:ext uri="{FF2B5EF4-FFF2-40B4-BE49-F238E27FC236}">
                <a16:creationId xmlns:a16="http://schemas.microsoft.com/office/drawing/2014/main" id="{E0ABD3E0-F204-D510-6E1C-84AB704A16AB}"/>
              </a:ext>
            </a:extLst>
          </p:cNvPr>
          <p:cNvSpPr/>
          <p:nvPr userDrawn="1"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3">
            <a:extLst>
              <a:ext uri="{FF2B5EF4-FFF2-40B4-BE49-F238E27FC236}">
                <a16:creationId xmlns:a16="http://schemas.microsoft.com/office/drawing/2014/main" id="{A8DE0396-C89F-12B2-A470-D7158F5D4BBB}"/>
              </a:ext>
            </a:extLst>
          </p:cNvPr>
          <p:cNvSpPr/>
          <p:nvPr userDrawn="1"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9D02BFF5-43C8-A1EA-1983-BA2E8591F0EB}"/>
              </a:ext>
            </a:extLst>
          </p:cNvPr>
          <p:cNvSpPr/>
          <p:nvPr userDrawn="1"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4D7159DC-5304-EA23-B31D-067126D8378A}"/>
              </a:ext>
            </a:extLst>
          </p:cNvPr>
          <p:cNvSpPr/>
          <p:nvPr userDrawn="1"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6">
            <a:extLst>
              <a:ext uri="{FF2B5EF4-FFF2-40B4-BE49-F238E27FC236}">
                <a16:creationId xmlns:a16="http://schemas.microsoft.com/office/drawing/2014/main" id="{DE7AB0FB-2418-6CB3-6885-3C000A940957}"/>
              </a:ext>
            </a:extLst>
          </p:cNvPr>
          <p:cNvSpPr/>
          <p:nvPr userDrawn="1"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95827046-36D5-534B-678D-EA341D87238C}"/>
              </a:ext>
            </a:extLst>
          </p:cNvPr>
          <p:cNvSpPr/>
          <p:nvPr userDrawn="1"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3DC37C44-F21C-5E22-9CB7-FA627C7D9539}"/>
              </a:ext>
            </a:extLst>
          </p:cNvPr>
          <p:cNvSpPr/>
          <p:nvPr userDrawn="1"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213A0AC9-D64E-B0AE-27F1-A0FEFBE14C89}"/>
              </a:ext>
            </a:extLst>
          </p:cNvPr>
          <p:cNvSpPr/>
          <p:nvPr userDrawn="1"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E66E3915-EF51-492F-B88F-97FFC95F20C7}"/>
              </a:ext>
            </a:extLst>
          </p:cNvPr>
          <p:cNvSpPr/>
          <p:nvPr userDrawn="1"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D9ACE71C-F9FA-C9DE-953D-80EAAFA839EA}"/>
              </a:ext>
            </a:extLst>
          </p:cNvPr>
          <p:cNvSpPr/>
          <p:nvPr userDrawn="1"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12">
            <a:extLst>
              <a:ext uri="{FF2B5EF4-FFF2-40B4-BE49-F238E27FC236}">
                <a16:creationId xmlns:a16="http://schemas.microsoft.com/office/drawing/2014/main" id="{ECBB01E1-EB7D-D1D1-B8F6-17A323B1B389}"/>
              </a:ext>
            </a:extLst>
          </p:cNvPr>
          <p:cNvSpPr/>
          <p:nvPr userDrawn="1"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13">
            <a:extLst>
              <a:ext uri="{FF2B5EF4-FFF2-40B4-BE49-F238E27FC236}">
                <a16:creationId xmlns:a16="http://schemas.microsoft.com/office/drawing/2014/main" id="{E757159B-9638-BBBB-3C18-8C6801EDF475}"/>
              </a:ext>
            </a:extLst>
          </p:cNvPr>
          <p:cNvSpPr/>
          <p:nvPr userDrawn="1"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14">
            <a:extLst>
              <a:ext uri="{FF2B5EF4-FFF2-40B4-BE49-F238E27FC236}">
                <a16:creationId xmlns:a16="http://schemas.microsoft.com/office/drawing/2014/main" id="{C70918F5-5DE6-CA89-0023-B7D8BEC50B0B}"/>
              </a:ext>
            </a:extLst>
          </p:cNvPr>
          <p:cNvSpPr/>
          <p:nvPr userDrawn="1"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D0FD92D0-449A-1DDB-3123-77705C671496}"/>
              </a:ext>
            </a:extLst>
          </p:cNvPr>
          <p:cNvSpPr/>
          <p:nvPr userDrawn="1"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16">
            <a:extLst>
              <a:ext uri="{FF2B5EF4-FFF2-40B4-BE49-F238E27FC236}">
                <a16:creationId xmlns:a16="http://schemas.microsoft.com/office/drawing/2014/main" id="{97AF2DD4-3E48-ED1C-DF40-896CEE85A8FC}"/>
              </a:ext>
            </a:extLst>
          </p:cNvPr>
          <p:cNvSpPr/>
          <p:nvPr userDrawn="1"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17">
            <a:extLst>
              <a:ext uri="{FF2B5EF4-FFF2-40B4-BE49-F238E27FC236}">
                <a16:creationId xmlns:a16="http://schemas.microsoft.com/office/drawing/2014/main" id="{50B28289-6D92-1144-1882-9F75854E5E32}"/>
              </a:ext>
            </a:extLst>
          </p:cNvPr>
          <p:cNvSpPr/>
          <p:nvPr userDrawn="1"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18">
            <a:extLst>
              <a:ext uri="{FF2B5EF4-FFF2-40B4-BE49-F238E27FC236}">
                <a16:creationId xmlns:a16="http://schemas.microsoft.com/office/drawing/2014/main" id="{EFDE2352-5317-D4C2-6864-AA8B452AD9D7}"/>
              </a:ext>
            </a:extLst>
          </p:cNvPr>
          <p:cNvSpPr/>
          <p:nvPr userDrawn="1"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0B618681-8217-45B1-3134-DA9DEFB4C8BF}"/>
              </a:ext>
            </a:extLst>
          </p:cNvPr>
          <p:cNvSpPr/>
          <p:nvPr userDrawn="1"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20">
            <a:extLst>
              <a:ext uri="{FF2B5EF4-FFF2-40B4-BE49-F238E27FC236}">
                <a16:creationId xmlns:a16="http://schemas.microsoft.com/office/drawing/2014/main" id="{183F7F73-1377-7034-CA0A-0E3CD2AC4166}"/>
              </a:ext>
            </a:extLst>
          </p:cNvPr>
          <p:cNvSpPr/>
          <p:nvPr userDrawn="1"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21">
            <a:extLst>
              <a:ext uri="{FF2B5EF4-FFF2-40B4-BE49-F238E27FC236}">
                <a16:creationId xmlns:a16="http://schemas.microsoft.com/office/drawing/2014/main" id="{BC58ECEF-30EA-30E9-4A5E-8376A3F27823}"/>
              </a:ext>
            </a:extLst>
          </p:cNvPr>
          <p:cNvSpPr/>
          <p:nvPr userDrawn="1"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22">
            <a:extLst>
              <a:ext uri="{FF2B5EF4-FFF2-40B4-BE49-F238E27FC236}">
                <a16:creationId xmlns:a16="http://schemas.microsoft.com/office/drawing/2014/main" id="{6CF4E47D-46C5-71FF-14B7-656D8613DDA3}"/>
              </a:ext>
            </a:extLst>
          </p:cNvPr>
          <p:cNvSpPr/>
          <p:nvPr userDrawn="1"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23">
            <a:extLst>
              <a:ext uri="{FF2B5EF4-FFF2-40B4-BE49-F238E27FC236}">
                <a16:creationId xmlns:a16="http://schemas.microsoft.com/office/drawing/2014/main" id="{BA8AF20C-AD04-B6B4-A480-71C02EEE3264}"/>
              </a:ext>
            </a:extLst>
          </p:cNvPr>
          <p:cNvSpPr/>
          <p:nvPr userDrawn="1"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24">
            <a:extLst>
              <a:ext uri="{FF2B5EF4-FFF2-40B4-BE49-F238E27FC236}">
                <a16:creationId xmlns:a16="http://schemas.microsoft.com/office/drawing/2014/main" id="{FF131E30-849B-D3B2-CA21-8281A6EB56EC}"/>
              </a:ext>
            </a:extLst>
          </p:cNvPr>
          <p:cNvSpPr/>
          <p:nvPr userDrawn="1"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25">
            <a:extLst>
              <a:ext uri="{FF2B5EF4-FFF2-40B4-BE49-F238E27FC236}">
                <a16:creationId xmlns:a16="http://schemas.microsoft.com/office/drawing/2014/main" id="{D1FA6C9C-60A6-66DC-1A23-649080FE0ECF}"/>
              </a:ext>
            </a:extLst>
          </p:cNvPr>
          <p:cNvSpPr/>
          <p:nvPr userDrawn="1"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26">
            <a:extLst>
              <a:ext uri="{FF2B5EF4-FFF2-40B4-BE49-F238E27FC236}">
                <a16:creationId xmlns:a16="http://schemas.microsoft.com/office/drawing/2014/main" id="{DFA6E92C-A0C4-987F-882A-B2E78CEF492E}"/>
              </a:ext>
            </a:extLst>
          </p:cNvPr>
          <p:cNvSpPr/>
          <p:nvPr userDrawn="1"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27">
            <a:extLst>
              <a:ext uri="{FF2B5EF4-FFF2-40B4-BE49-F238E27FC236}">
                <a16:creationId xmlns:a16="http://schemas.microsoft.com/office/drawing/2014/main" id="{9876FF32-6797-3903-34CA-9B64F3967922}"/>
              </a:ext>
            </a:extLst>
          </p:cNvPr>
          <p:cNvSpPr/>
          <p:nvPr userDrawn="1"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28">
            <a:extLst>
              <a:ext uri="{FF2B5EF4-FFF2-40B4-BE49-F238E27FC236}">
                <a16:creationId xmlns:a16="http://schemas.microsoft.com/office/drawing/2014/main" id="{A3D863A0-FD13-7E7C-6390-56CB3E60AFDC}"/>
              </a:ext>
            </a:extLst>
          </p:cNvPr>
          <p:cNvSpPr/>
          <p:nvPr userDrawn="1"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50FDA06E-3BEF-7646-95CD-61C2783E2E4A}"/>
              </a:ext>
            </a:extLst>
          </p:cNvPr>
          <p:cNvSpPr/>
          <p:nvPr userDrawn="1"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30">
            <a:extLst>
              <a:ext uri="{FF2B5EF4-FFF2-40B4-BE49-F238E27FC236}">
                <a16:creationId xmlns:a16="http://schemas.microsoft.com/office/drawing/2014/main" id="{D07FE216-C761-C51C-87DC-A39ED319608B}"/>
              </a:ext>
            </a:extLst>
          </p:cNvPr>
          <p:cNvSpPr/>
          <p:nvPr userDrawn="1"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31">
            <a:extLst>
              <a:ext uri="{FF2B5EF4-FFF2-40B4-BE49-F238E27FC236}">
                <a16:creationId xmlns:a16="http://schemas.microsoft.com/office/drawing/2014/main" id="{5CA67226-5DCB-6F54-5133-3B134A6518A9}"/>
              </a:ext>
            </a:extLst>
          </p:cNvPr>
          <p:cNvSpPr/>
          <p:nvPr userDrawn="1"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32">
            <a:extLst>
              <a:ext uri="{FF2B5EF4-FFF2-40B4-BE49-F238E27FC236}">
                <a16:creationId xmlns:a16="http://schemas.microsoft.com/office/drawing/2014/main" id="{4F51253E-EBEE-2B8C-BA84-32BE4947F04D}"/>
              </a:ext>
            </a:extLst>
          </p:cNvPr>
          <p:cNvSpPr/>
          <p:nvPr userDrawn="1"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33">
            <a:extLst>
              <a:ext uri="{FF2B5EF4-FFF2-40B4-BE49-F238E27FC236}">
                <a16:creationId xmlns:a16="http://schemas.microsoft.com/office/drawing/2014/main" id="{CBC71A38-4DBF-4C80-4B8F-6E9AC2C27440}"/>
              </a:ext>
            </a:extLst>
          </p:cNvPr>
          <p:cNvSpPr/>
          <p:nvPr userDrawn="1"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34">
            <a:extLst>
              <a:ext uri="{FF2B5EF4-FFF2-40B4-BE49-F238E27FC236}">
                <a16:creationId xmlns:a16="http://schemas.microsoft.com/office/drawing/2014/main" id="{81A89928-EADD-D8A0-4239-C3B1CC2CD933}"/>
              </a:ext>
            </a:extLst>
          </p:cNvPr>
          <p:cNvSpPr/>
          <p:nvPr userDrawn="1"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35">
            <a:extLst>
              <a:ext uri="{FF2B5EF4-FFF2-40B4-BE49-F238E27FC236}">
                <a16:creationId xmlns:a16="http://schemas.microsoft.com/office/drawing/2014/main" id="{0EDAA47C-D0E6-F08A-FDD6-85C37DA22C93}"/>
              </a:ext>
            </a:extLst>
          </p:cNvPr>
          <p:cNvSpPr/>
          <p:nvPr userDrawn="1"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36">
            <a:extLst>
              <a:ext uri="{FF2B5EF4-FFF2-40B4-BE49-F238E27FC236}">
                <a16:creationId xmlns:a16="http://schemas.microsoft.com/office/drawing/2014/main" id="{F45033AC-2B6C-B16F-1A77-0B50F44C4B99}"/>
              </a:ext>
            </a:extLst>
          </p:cNvPr>
          <p:cNvSpPr/>
          <p:nvPr userDrawn="1"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44">
            <a:extLst>
              <a:ext uri="{FF2B5EF4-FFF2-40B4-BE49-F238E27FC236}">
                <a16:creationId xmlns:a16="http://schemas.microsoft.com/office/drawing/2014/main" id="{AC97F1E7-6863-30A0-C411-FE1F19C93A27}"/>
              </a:ext>
            </a:extLst>
          </p:cNvPr>
          <p:cNvSpPr txBox="1"/>
          <p:nvPr userDrawn="1"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4" name="TextBox 45">
            <a:extLst>
              <a:ext uri="{FF2B5EF4-FFF2-40B4-BE49-F238E27FC236}">
                <a16:creationId xmlns:a16="http://schemas.microsoft.com/office/drawing/2014/main" id="{AA8A924B-69BC-09F3-5139-A8145D370AC3}"/>
              </a:ext>
            </a:extLst>
          </p:cNvPr>
          <p:cNvSpPr txBox="1"/>
          <p:nvPr userDrawn="1"/>
        </p:nvSpPr>
        <p:spPr>
          <a:xfrm>
            <a:off x="603504" y="1078992"/>
            <a:ext cx="6217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7FAFF"/>
                </a:solidFill>
                <a:latin typeface="Aptos Display"/>
              </a:rPr>
              <a:t>AI
VIRTUAL DAYS</a:t>
            </a:r>
          </a:p>
        </p:txBody>
      </p:sp>
      <p:sp>
        <p:nvSpPr>
          <p:cNvPr id="96" name="TextBox 46">
            <a:extLst>
              <a:ext uri="{FF2B5EF4-FFF2-40B4-BE49-F238E27FC236}">
                <a16:creationId xmlns:a16="http://schemas.microsoft.com/office/drawing/2014/main" id="{E2997111-1FD5-4EC4-ABFF-6E3DF8307DAD}"/>
              </a:ext>
            </a:extLst>
          </p:cNvPr>
          <p:cNvSpPr txBox="1"/>
          <p:nvPr userDrawn="1"/>
        </p:nvSpPr>
        <p:spPr>
          <a:xfrm>
            <a:off x="640080" y="290779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CF2"/>
                </a:solidFill>
                <a:latin typeface="Aptos Display"/>
              </a:rPr>
              <a:t>2026 EDITION</a:t>
            </a:r>
          </a:p>
        </p:txBody>
      </p:sp>
      <p:sp>
        <p:nvSpPr>
          <p:cNvPr id="98" name="Rectangle 47">
            <a:extLst>
              <a:ext uri="{FF2B5EF4-FFF2-40B4-BE49-F238E27FC236}">
                <a16:creationId xmlns:a16="http://schemas.microsoft.com/office/drawing/2014/main" id="{E08CB5EE-7474-A871-297E-ED555ACCC078}"/>
              </a:ext>
            </a:extLst>
          </p:cNvPr>
          <p:cNvSpPr/>
          <p:nvPr userDrawn="1"/>
        </p:nvSpPr>
        <p:spPr>
          <a:xfrm>
            <a:off x="640080" y="3401568"/>
            <a:ext cx="2834640" cy="822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48">
            <a:extLst>
              <a:ext uri="{FF2B5EF4-FFF2-40B4-BE49-F238E27FC236}">
                <a16:creationId xmlns:a16="http://schemas.microsoft.com/office/drawing/2014/main" id="{A3CE81C6-25A3-F0DE-9319-1B534F27BA82}"/>
              </a:ext>
            </a:extLst>
          </p:cNvPr>
          <p:cNvSpPr txBox="1"/>
          <p:nvPr userDrawn="1"/>
        </p:nvSpPr>
        <p:spPr>
          <a:xfrm>
            <a:off x="640080" y="3730752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F7FAFF"/>
                </a:solidFill>
                <a:latin typeface="Aptos Display"/>
              </a:rPr>
              <a:t>Una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plantilla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que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se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sienta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como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evento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:
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menos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corporativa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,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más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IA,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más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especial.</a:t>
            </a:r>
          </a:p>
        </p:txBody>
      </p:sp>
      <p:sp>
        <p:nvSpPr>
          <p:cNvPr id="102" name="TextBox 49">
            <a:extLst>
              <a:ext uri="{FF2B5EF4-FFF2-40B4-BE49-F238E27FC236}">
                <a16:creationId xmlns:a16="http://schemas.microsoft.com/office/drawing/2014/main" id="{EDBD9532-D586-2F94-68D4-DF8B64CE07BD}"/>
              </a:ext>
            </a:extLst>
          </p:cNvPr>
          <p:cNvSpPr txBox="1"/>
          <p:nvPr userDrawn="1"/>
        </p:nvSpPr>
        <p:spPr>
          <a:xfrm>
            <a:off x="658368" y="507492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TÍTULO DE LA SESIÓN · NOMBRE SPEAKER</a:t>
            </a:r>
          </a:p>
        </p:txBody>
      </p:sp>
      <p:sp>
        <p:nvSpPr>
          <p:cNvPr id="104" name="Rounded Rectangle 50">
            <a:extLst>
              <a:ext uri="{FF2B5EF4-FFF2-40B4-BE49-F238E27FC236}">
                <a16:creationId xmlns:a16="http://schemas.microsoft.com/office/drawing/2014/main" id="{C484AA7C-5A23-F59A-8326-9ED0CDAEAA6D}"/>
              </a:ext>
            </a:extLst>
          </p:cNvPr>
          <p:cNvSpPr/>
          <p:nvPr userDrawn="1"/>
        </p:nvSpPr>
        <p:spPr>
          <a:xfrm>
            <a:off x="8983980" y="2205990"/>
            <a:ext cx="1283817" cy="1283817"/>
          </a:xfrm>
          <a:prstGeom prst="roundRect">
            <a:avLst/>
          </a:prstGeom>
          <a:solidFill>
            <a:srgbClr val="0C2442"/>
          </a:solidFill>
          <a:ln w="2032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51">
            <a:extLst>
              <a:ext uri="{FF2B5EF4-FFF2-40B4-BE49-F238E27FC236}">
                <a16:creationId xmlns:a16="http://schemas.microsoft.com/office/drawing/2014/main" id="{05D33865-3CD6-0FE8-5983-E5F631D1A35E}"/>
              </a:ext>
            </a:extLst>
          </p:cNvPr>
          <p:cNvSpPr/>
          <p:nvPr userDrawn="1"/>
        </p:nvSpPr>
        <p:spPr>
          <a:xfrm>
            <a:off x="8868766" y="2387041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52">
            <a:extLst>
              <a:ext uri="{FF2B5EF4-FFF2-40B4-BE49-F238E27FC236}">
                <a16:creationId xmlns:a16="http://schemas.microsoft.com/office/drawing/2014/main" id="{E818A73E-F19B-9C11-A2EE-6271FD58559B}"/>
              </a:ext>
            </a:extLst>
          </p:cNvPr>
          <p:cNvSpPr/>
          <p:nvPr userDrawn="1"/>
        </p:nvSpPr>
        <p:spPr>
          <a:xfrm>
            <a:off x="10284256" y="2387041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53">
            <a:extLst>
              <a:ext uri="{FF2B5EF4-FFF2-40B4-BE49-F238E27FC236}">
                <a16:creationId xmlns:a16="http://schemas.microsoft.com/office/drawing/2014/main" id="{35670B16-BC76-C2F3-CCB8-577C27B29B5B}"/>
              </a:ext>
            </a:extLst>
          </p:cNvPr>
          <p:cNvSpPr/>
          <p:nvPr userDrawn="1"/>
        </p:nvSpPr>
        <p:spPr>
          <a:xfrm>
            <a:off x="8868766" y="2633929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54">
            <a:extLst>
              <a:ext uri="{FF2B5EF4-FFF2-40B4-BE49-F238E27FC236}">
                <a16:creationId xmlns:a16="http://schemas.microsoft.com/office/drawing/2014/main" id="{AE5A9C38-133D-2D69-71DE-10E764D8A76F}"/>
              </a:ext>
            </a:extLst>
          </p:cNvPr>
          <p:cNvSpPr/>
          <p:nvPr userDrawn="1"/>
        </p:nvSpPr>
        <p:spPr>
          <a:xfrm>
            <a:off x="10284256" y="2633929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55">
            <a:extLst>
              <a:ext uri="{FF2B5EF4-FFF2-40B4-BE49-F238E27FC236}">
                <a16:creationId xmlns:a16="http://schemas.microsoft.com/office/drawing/2014/main" id="{AD2AB9F7-1E60-832A-2516-9CA06FFD4E7A}"/>
              </a:ext>
            </a:extLst>
          </p:cNvPr>
          <p:cNvSpPr/>
          <p:nvPr userDrawn="1"/>
        </p:nvSpPr>
        <p:spPr>
          <a:xfrm>
            <a:off x="8868766" y="2880817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56">
            <a:extLst>
              <a:ext uri="{FF2B5EF4-FFF2-40B4-BE49-F238E27FC236}">
                <a16:creationId xmlns:a16="http://schemas.microsoft.com/office/drawing/2014/main" id="{F3717DD9-FDA5-8F5D-FEE9-B8B3102E4314}"/>
              </a:ext>
            </a:extLst>
          </p:cNvPr>
          <p:cNvSpPr/>
          <p:nvPr userDrawn="1"/>
        </p:nvSpPr>
        <p:spPr>
          <a:xfrm>
            <a:off x="10284256" y="2880817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57">
            <a:extLst>
              <a:ext uri="{FF2B5EF4-FFF2-40B4-BE49-F238E27FC236}">
                <a16:creationId xmlns:a16="http://schemas.microsoft.com/office/drawing/2014/main" id="{C15B8E04-1633-75CC-DBAB-4E2BD0A805AF}"/>
              </a:ext>
            </a:extLst>
          </p:cNvPr>
          <p:cNvSpPr/>
          <p:nvPr userDrawn="1"/>
        </p:nvSpPr>
        <p:spPr>
          <a:xfrm>
            <a:off x="8868766" y="3127705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58">
            <a:extLst>
              <a:ext uri="{FF2B5EF4-FFF2-40B4-BE49-F238E27FC236}">
                <a16:creationId xmlns:a16="http://schemas.microsoft.com/office/drawing/2014/main" id="{0DE6202E-8FAD-41E0-E82E-5CA8AC8B7352}"/>
              </a:ext>
            </a:extLst>
          </p:cNvPr>
          <p:cNvSpPr/>
          <p:nvPr userDrawn="1"/>
        </p:nvSpPr>
        <p:spPr>
          <a:xfrm>
            <a:off x="10284256" y="3127705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59">
            <a:extLst>
              <a:ext uri="{FF2B5EF4-FFF2-40B4-BE49-F238E27FC236}">
                <a16:creationId xmlns:a16="http://schemas.microsoft.com/office/drawing/2014/main" id="{D1D1E142-F6FB-29A1-6026-91E2B992032F}"/>
              </a:ext>
            </a:extLst>
          </p:cNvPr>
          <p:cNvSpPr/>
          <p:nvPr userDrawn="1"/>
        </p:nvSpPr>
        <p:spPr>
          <a:xfrm>
            <a:off x="9165031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60">
            <a:extLst>
              <a:ext uri="{FF2B5EF4-FFF2-40B4-BE49-F238E27FC236}">
                <a16:creationId xmlns:a16="http://schemas.microsoft.com/office/drawing/2014/main" id="{911DACAC-F08B-A550-577C-399898FF2049}"/>
              </a:ext>
            </a:extLst>
          </p:cNvPr>
          <p:cNvSpPr/>
          <p:nvPr userDrawn="1"/>
        </p:nvSpPr>
        <p:spPr>
          <a:xfrm>
            <a:off x="9165031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61">
            <a:extLst>
              <a:ext uri="{FF2B5EF4-FFF2-40B4-BE49-F238E27FC236}">
                <a16:creationId xmlns:a16="http://schemas.microsoft.com/office/drawing/2014/main" id="{EC61F321-B70F-E441-22EE-B2EE1D0D8FD2}"/>
              </a:ext>
            </a:extLst>
          </p:cNvPr>
          <p:cNvSpPr/>
          <p:nvPr userDrawn="1"/>
        </p:nvSpPr>
        <p:spPr>
          <a:xfrm>
            <a:off x="9411919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62">
            <a:extLst>
              <a:ext uri="{FF2B5EF4-FFF2-40B4-BE49-F238E27FC236}">
                <a16:creationId xmlns:a16="http://schemas.microsoft.com/office/drawing/2014/main" id="{7B7FC317-40D7-90B4-1D24-D24E88EE2BBF}"/>
              </a:ext>
            </a:extLst>
          </p:cNvPr>
          <p:cNvSpPr/>
          <p:nvPr userDrawn="1"/>
        </p:nvSpPr>
        <p:spPr>
          <a:xfrm>
            <a:off x="9411919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63">
            <a:extLst>
              <a:ext uri="{FF2B5EF4-FFF2-40B4-BE49-F238E27FC236}">
                <a16:creationId xmlns:a16="http://schemas.microsoft.com/office/drawing/2014/main" id="{6C6871A8-CF47-FEA3-D607-9C4AF24C49DA}"/>
              </a:ext>
            </a:extLst>
          </p:cNvPr>
          <p:cNvSpPr/>
          <p:nvPr userDrawn="1"/>
        </p:nvSpPr>
        <p:spPr>
          <a:xfrm>
            <a:off x="9658807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64">
            <a:extLst>
              <a:ext uri="{FF2B5EF4-FFF2-40B4-BE49-F238E27FC236}">
                <a16:creationId xmlns:a16="http://schemas.microsoft.com/office/drawing/2014/main" id="{7B66A1FB-40BB-D4B3-A281-36D343169293}"/>
              </a:ext>
            </a:extLst>
          </p:cNvPr>
          <p:cNvSpPr/>
          <p:nvPr userDrawn="1"/>
        </p:nvSpPr>
        <p:spPr>
          <a:xfrm>
            <a:off x="9658807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65">
            <a:extLst>
              <a:ext uri="{FF2B5EF4-FFF2-40B4-BE49-F238E27FC236}">
                <a16:creationId xmlns:a16="http://schemas.microsoft.com/office/drawing/2014/main" id="{30757664-1DB1-340D-EC69-7A7C735276FE}"/>
              </a:ext>
            </a:extLst>
          </p:cNvPr>
          <p:cNvSpPr/>
          <p:nvPr userDrawn="1"/>
        </p:nvSpPr>
        <p:spPr>
          <a:xfrm>
            <a:off x="9905695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66">
            <a:extLst>
              <a:ext uri="{FF2B5EF4-FFF2-40B4-BE49-F238E27FC236}">
                <a16:creationId xmlns:a16="http://schemas.microsoft.com/office/drawing/2014/main" id="{46AFD740-3AF7-9F93-4BF8-788CD8860873}"/>
              </a:ext>
            </a:extLst>
          </p:cNvPr>
          <p:cNvSpPr/>
          <p:nvPr userDrawn="1"/>
        </p:nvSpPr>
        <p:spPr>
          <a:xfrm>
            <a:off x="9905695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67">
            <a:extLst>
              <a:ext uri="{FF2B5EF4-FFF2-40B4-BE49-F238E27FC236}">
                <a16:creationId xmlns:a16="http://schemas.microsoft.com/office/drawing/2014/main" id="{0E33573D-FD5D-F087-1FD0-82CDF518AD4C}"/>
              </a:ext>
            </a:extLst>
          </p:cNvPr>
          <p:cNvSpPr/>
          <p:nvPr userDrawn="1"/>
        </p:nvSpPr>
        <p:spPr>
          <a:xfrm>
            <a:off x="9374073" y="2551633"/>
            <a:ext cx="230428" cy="23042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68">
            <a:extLst>
              <a:ext uri="{FF2B5EF4-FFF2-40B4-BE49-F238E27FC236}">
                <a16:creationId xmlns:a16="http://schemas.microsoft.com/office/drawing/2014/main" id="{CD86A683-3F8A-F19B-2988-C58AD61E20CE}"/>
              </a:ext>
            </a:extLst>
          </p:cNvPr>
          <p:cNvSpPr/>
          <p:nvPr userDrawn="1"/>
        </p:nvSpPr>
        <p:spPr>
          <a:xfrm>
            <a:off x="9653878" y="2551633"/>
            <a:ext cx="230428" cy="23042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69">
            <a:extLst>
              <a:ext uri="{FF2B5EF4-FFF2-40B4-BE49-F238E27FC236}">
                <a16:creationId xmlns:a16="http://schemas.microsoft.com/office/drawing/2014/main" id="{7415A654-7AC6-C260-982D-BA228A8E95E4}"/>
              </a:ext>
            </a:extLst>
          </p:cNvPr>
          <p:cNvSpPr/>
          <p:nvPr userDrawn="1"/>
        </p:nvSpPr>
        <p:spPr>
          <a:xfrm>
            <a:off x="9374073" y="2831438"/>
            <a:ext cx="230428" cy="2304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70">
            <a:extLst>
              <a:ext uri="{FF2B5EF4-FFF2-40B4-BE49-F238E27FC236}">
                <a16:creationId xmlns:a16="http://schemas.microsoft.com/office/drawing/2014/main" id="{60B1F670-78BF-B06B-2C55-22A5637F1C62}"/>
              </a:ext>
            </a:extLst>
          </p:cNvPr>
          <p:cNvSpPr/>
          <p:nvPr userDrawn="1"/>
        </p:nvSpPr>
        <p:spPr>
          <a:xfrm>
            <a:off x="9653878" y="2831438"/>
            <a:ext cx="230428" cy="23042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71">
            <a:extLst>
              <a:ext uri="{FF2B5EF4-FFF2-40B4-BE49-F238E27FC236}">
                <a16:creationId xmlns:a16="http://schemas.microsoft.com/office/drawing/2014/main" id="{1D0FD28D-1552-CB43-AC30-BEA1394B29AD}"/>
              </a:ext>
            </a:extLst>
          </p:cNvPr>
          <p:cNvSpPr/>
          <p:nvPr userDrawn="1"/>
        </p:nvSpPr>
        <p:spPr>
          <a:xfrm>
            <a:off x="8092440" y="4663440"/>
            <a:ext cx="146304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72">
            <a:extLst>
              <a:ext uri="{FF2B5EF4-FFF2-40B4-BE49-F238E27FC236}">
                <a16:creationId xmlns:a16="http://schemas.microsoft.com/office/drawing/2014/main" id="{57B9B2B1-8409-40F9-6E03-68A699424B3B}"/>
              </a:ext>
            </a:extLst>
          </p:cNvPr>
          <p:cNvSpPr/>
          <p:nvPr userDrawn="1"/>
        </p:nvSpPr>
        <p:spPr>
          <a:xfrm>
            <a:off x="8458200" y="49834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73">
            <a:extLst>
              <a:ext uri="{FF2B5EF4-FFF2-40B4-BE49-F238E27FC236}">
                <a16:creationId xmlns:a16="http://schemas.microsoft.com/office/drawing/2014/main" id="{06CB3CCF-0BE9-7AF9-E6E7-C868F0D2E7E1}"/>
              </a:ext>
            </a:extLst>
          </p:cNvPr>
          <p:cNvSpPr/>
          <p:nvPr userDrawn="1"/>
        </p:nvSpPr>
        <p:spPr>
          <a:xfrm>
            <a:off x="8421624" y="4434840"/>
            <a:ext cx="146304" cy="146304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74">
            <a:extLst>
              <a:ext uri="{FF2B5EF4-FFF2-40B4-BE49-F238E27FC236}">
                <a16:creationId xmlns:a16="http://schemas.microsoft.com/office/drawing/2014/main" id="{5ABFBD75-859D-748F-845C-99B10DB384E8}"/>
              </a:ext>
            </a:extLst>
          </p:cNvPr>
          <p:cNvSpPr/>
          <p:nvPr userDrawn="1"/>
        </p:nvSpPr>
        <p:spPr>
          <a:xfrm>
            <a:off x="8750808" y="5148072"/>
            <a:ext cx="64008" cy="640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75">
            <a:extLst>
              <a:ext uri="{FF2B5EF4-FFF2-40B4-BE49-F238E27FC236}">
                <a16:creationId xmlns:a16="http://schemas.microsoft.com/office/drawing/2014/main" id="{0133DAAA-08AE-EC38-44B8-D47C93323167}"/>
              </a:ext>
            </a:extLst>
          </p:cNvPr>
          <p:cNvSpPr/>
          <p:nvPr userDrawn="1"/>
        </p:nvSpPr>
        <p:spPr>
          <a:xfrm>
            <a:off x="8750808" y="4206240"/>
            <a:ext cx="146304" cy="146304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76">
            <a:extLst>
              <a:ext uri="{FF2B5EF4-FFF2-40B4-BE49-F238E27FC236}">
                <a16:creationId xmlns:a16="http://schemas.microsoft.com/office/drawing/2014/main" id="{658638B3-CE66-F006-A459-109EE36FF23E}"/>
              </a:ext>
            </a:extLst>
          </p:cNvPr>
          <p:cNvSpPr/>
          <p:nvPr userDrawn="1"/>
        </p:nvSpPr>
        <p:spPr>
          <a:xfrm>
            <a:off x="9043416" y="49834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77">
            <a:extLst>
              <a:ext uri="{FF2B5EF4-FFF2-40B4-BE49-F238E27FC236}">
                <a16:creationId xmlns:a16="http://schemas.microsoft.com/office/drawing/2014/main" id="{19EC997A-D1C9-61AF-1435-CC0EA658651C}"/>
              </a:ext>
            </a:extLst>
          </p:cNvPr>
          <p:cNvSpPr/>
          <p:nvPr userDrawn="1"/>
        </p:nvSpPr>
        <p:spPr>
          <a:xfrm>
            <a:off x="9079992" y="4663440"/>
            <a:ext cx="146304" cy="14630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78">
            <a:extLst>
              <a:ext uri="{FF2B5EF4-FFF2-40B4-BE49-F238E27FC236}">
                <a16:creationId xmlns:a16="http://schemas.microsoft.com/office/drawing/2014/main" id="{97CE7A8A-4D26-D8EE-9F16-EE860C7AE052}"/>
              </a:ext>
            </a:extLst>
          </p:cNvPr>
          <p:cNvSpPr/>
          <p:nvPr userDrawn="1"/>
        </p:nvSpPr>
        <p:spPr>
          <a:xfrm>
            <a:off x="9336024" y="5148072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79">
            <a:extLst>
              <a:ext uri="{FF2B5EF4-FFF2-40B4-BE49-F238E27FC236}">
                <a16:creationId xmlns:a16="http://schemas.microsoft.com/office/drawing/2014/main" id="{AC5640D7-2EF7-10F8-9334-FA7826596D35}"/>
              </a:ext>
            </a:extLst>
          </p:cNvPr>
          <p:cNvSpPr/>
          <p:nvPr userDrawn="1"/>
        </p:nvSpPr>
        <p:spPr>
          <a:xfrm>
            <a:off x="9409176" y="4434840"/>
            <a:ext cx="146304" cy="146304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80">
            <a:extLst>
              <a:ext uri="{FF2B5EF4-FFF2-40B4-BE49-F238E27FC236}">
                <a16:creationId xmlns:a16="http://schemas.microsoft.com/office/drawing/2014/main" id="{374BCD8D-1505-DA25-81EE-930D1DC9629A}"/>
              </a:ext>
            </a:extLst>
          </p:cNvPr>
          <p:cNvSpPr/>
          <p:nvPr userDrawn="1"/>
        </p:nvSpPr>
        <p:spPr>
          <a:xfrm>
            <a:off x="9628632" y="49834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81">
            <a:extLst>
              <a:ext uri="{FF2B5EF4-FFF2-40B4-BE49-F238E27FC236}">
                <a16:creationId xmlns:a16="http://schemas.microsoft.com/office/drawing/2014/main" id="{9B965CC4-E630-B0B1-9DE4-09D4747A9514}"/>
              </a:ext>
            </a:extLst>
          </p:cNvPr>
          <p:cNvSpPr/>
          <p:nvPr userDrawn="1"/>
        </p:nvSpPr>
        <p:spPr>
          <a:xfrm>
            <a:off x="9738359" y="4206240"/>
            <a:ext cx="146304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82">
            <a:extLst>
              <a:ext uri="{FF2B5EF4-FFF2-40B4-BE49-F238E27FC236}">
                <a16:creationId xmlns:a16="http://schemas.microsoft.com/office/drawing/2014/main" id="{684AC47E-36F1-4523-9C0A-D7DCBE7FF41A}"/>
              </a:ext>
            </a:extLst>
          </p:cNvPr>
          <p:cNvSpPr/>
          <p:nvPr userDrawn="1"/>
        </p:nvSpPr>
        <p:spPr>
          <a:xfrm>
            <a:off x="9921240" y="5148072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83">
            <a:extLst>
              <a:ext uri="{FF2B5EF4-FFF2-40B4-BE49-F238E27FC236}">
                <a16:creationId xmlns:a16="http://schemas.microsoft.com/office/drawing/2014/main" id="{F7A187AF-D854-3A2F-B05A-F74C7B6687C5}"/>
              </a:ext>
            </a:extLst>
          </p:cNvPr>
          <p:cNvSpPr/>
          <p:nvPr userDrawn="1"/>
        </p:nvSpPr>
        <p:spPr>
          <a:xfrm>
            <a:off x="10067544" y="4663440"/>
            <a:ext cx="146304" cy="146304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AD346124-0F1E-C8D8-1C9D-E382102FE3BC}"/>
              </a:ext>
            </a:extLst>
          </p:cNvPr>
          <p:cNvSpPr/>
          <p:nvPr userDrawn="1"/>
        </p:nvSpPr>
        <p:spPr>
          <a:xfrm>
            <a:off x="10213848" y="49834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0730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Oval 2">
            <a:extLst>
              <a:ext uri="{FF2B5EF4-FFF2-40B4-BE49-F238E27FC236}">
                <a16:creationId xmlns:a16="http://schemas.microsoft.com/office/drawing/2014/main" id="{E0ABD3E0-F204-D510-6E1C-84AB704A16AB}"/>
              </a:ext>
            </a:extLst>
          </p:cNvPr>
          <p:cNvSpPr/>
          <p:nvPr userDrawn="1"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3">
            <a:extLst>
              <a:ext uri="{FF2B5EF4-FFF2-40B4-BE49-F238E27FC236}">
                <a16:creationId xmlns:a16="http://schemas.microsoft.com/office/drawing/2014/main" id="{A8DE0396-C89F-12B2-A470-D7158F5D4BBB}"/>
              </a:ext>
            </a:extLst>
          </p:cNvPr>
          <p:cNvSpPr/>
          <p:nvPr userDrawn="1"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9D02BFF5-43C8-A1EA-1983-BA2E8591F0EB}"/>
              </a:ext>
            </a:extLst>
          </p:cNvPr>
          <p:cNvSpPr/>
          <p:nvPr userDrawn="1"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4D7159DC-5304-EA23-B31D-067126D8378A}"/>
              </a:ext>
            </a:extLst>
          </p:cNvPr>
          <p:cNvSpPr/>
          <p:nvPr userDrawn="1"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6">
            <a:extLst>
              <a:ext uri="{FF2B5EF4-FFF2-40B4-BE49-F238E27FC236}">
                <a16:creationId xmlns:a16="http://schemas.microsoft.com/office/drawing/2014/main" id="{DE7AB0FB-2418-6CB3-6885-3C000A940957}"/>
              </a:ext>
            </a:extLst>
          </p:cNvPr>
          <p:cNvSpPr/>
          <p:nvPr userDrawn="1"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95827046-36D5-534B-678D-EA341D87238C}"/>
              </a:ext>
            </a:extLst>
          </p:cNvPr>
          <p:cNvSpPr/>
          <p:nvPr userDrawn="1"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3DC37C44-F21C-5E22-9CB7-FA627C7D9539}"/>
              </a:ext>
            </a:extLst>
          </p:cNvPr>
          <p:cNvSpPr/>
          <p:nvPr userDrawn="1"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213A0AC9-D64E-B0AE-27F1-A0FEFBE14C89}"/>
              </a:ext>
            </a:extLst>
          </p:cNvPr>
          <p:cNvSpPr/>
          <p:nvPr userDrawn="1"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E66E3915-EF51-492F-B88F-97FFC95F20C7}"/>
              </a:ext>
            </a:extLst>
          </p:cNvPr>
          <p:cNvSpPr/>
          <p:nvPr userDrawn="1"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D9ACE71C-F9FA-C9DE-953D-80EAAFA839EA}"/>
              </a:ext>
            </a:extLst>
          </p:cNvPr>
          <p:cNvSpPr/>
          <p:nvPr userDrawn="1"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12">
            <a:extLst>
              <a:ext uri="{FF2B5EF4-FFF2-40B4-BE49-F238E27FC236}">
                <a16:creationId xmlns:a16="http://schemas.microsoft.com/office/drawing/2014/main" id="{ECBB01E1-EB7D-D1D1-B8F6-17A323B1B389}"/>
              </a:ext>
            </a:extLst>
          </p:cNvPr>
          <p:cNvSpPr/>
          <p:nvPr userDrawn="1"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13">
            <a:extLst>
              <a:ext uri="{FF2B5EF4-FFF2-40B4-BE49-F238E27FC236}">
                <a16:creationId xmlns:a16="http://schemas.microsoft.com/office/drawing/2014/main" id="{E757159B-9638-BBBB-3C18-8C6801EDF475}"/>
              </a:ext>
            </a:extLst>
          </p:cNvPr>
          <p:cNvSpPr/>
          <p:nvPr userDrawn="1"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14">
            <a:extLst>
              <a:ext uri="{FF2B5EF4-FFF2-40B4-BE49-F238E27FC236}">
                <a16:creationId xmlns:a16="http://schemas.microsoft.com/office/drawing/2014/main" id="{C70918F5-5DE6-CA89-0023-B7D8BEC50B0B}"/>
              </a:ext>
            </a:extLst>
          </p:cNvPr>
          <p:cNvSpPr/>
          <p:nvPr userDrawn="1"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D0FD92D0-449A-1DDB-3123-77705C671496}"/>
              </a:ext>
            </a:extLst>
          </p:cNvPr>
          <p:cNvSpPr/>
          <p:nvPr userDrawn="1"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16">
            <a:extLst>
              <a:ext uri="{FF2B5EF4-FFF2-40B4-BE49-F238E27FC236}">
                <a16:creationId xmlns:a16="http://schemas.microsoft.com/office/drawing/2014/main" id="{97AF2DD4-3E48-ED1C-DF40-896CEE85A8FC}"/>
              </a:ext>
            </a:extLst>
          </p:cNvPr>
          <p:cNvSpPr/>
          <p:nvPr userDrawn="1"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17">
            <a:extLst>
              <a:ext uri="{FF2B5EF4-FFF2-40B4-BE49-F238E27FC236}">
                <a16:creationId xmlns:a16="http://schemas.microsoft.com/office/drawing/2014/main" id="{50B28289-6D92-1144-1882-9F75854E5E32}"/>
              </a:ext>
            </a:extLst>
          </p:cNvPr>
          <p:cNvSpPr/>
          <p:nvPr userDrawn="1"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18">
            <a:extLst>
              <a:ext uri="{FF2B5EF4-FFF2-40B4-BE49-F238E27FC236}">
                <a16:creationId xmlns:a16="http://schemas.microsoft.com/office/drawing/2014/main" id="{EFDE2352-5317-D4C2-6864-AA8B452AD9D7}"/>
              </a:ext>
            </a:extLst>
          </p:cNvPr>
          <p:cNvSpPr/>
          <p:nvPr userDrawn="1"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0B618681-8217-45B1-3134-DA9DEFB4C8BF}"/>
              </a:ext>
            </a:extLst>
          </p:cNvPr>
          <p:cNvSpPr/>
          <p:nvPr userDrawn="1"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20">
            <a:extLst>
              <a:ext uri="{FF2B5EF4-FFF2-40B4-BE49-F238E27FC236}">
                <a16:creationId xmlns:a16="http://schemas.microsoft.com/office/drawing/2014/main" id="{183F7F73-1377-7034-CA0A-0E3CD2AC4166}"/>
              </a:ext>
            </a:extLst>
          </p:cNvPr>
          <p:cNvSpPr/>
          <p:nvPr userDrawn="1"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21">
            <a:extLst>
              <a:ext uri="{FF2B5EF4-FFF2-40B4-BE49-F238E27FC236}">
                <a16:creationId xmlns:a16="http://schemas.microsoft.com/office/drawing/2014/main" id="{BC58ECEF-30EA-30E9-4A5E-8376A3F27823}"/>
              </a:ext>
            </a:extLst>
          </p:cNvPr>
          <p:cNvSpPr/>
          <p:nvPr userDrawn="1"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22">
            <a:extLst>
              <a:ext uri="{FF2B5EF4-FFF2-40B4-BE49-F238E27FC236}">
                <a16:creationId xmlns:a16="http://schemas.microsoft.com/office/drawing/2014/main" id="{6CF4E47D-46C5-71FF-14B7-656D8613DDA3}"/>
              </a:ext>
            </a:extLst>
          </p:cNvPr>
          <p:cNvSpPr/>
          <p:nvPr userDrawn="1"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23">
            <a:extLst>
              <a:ext uri="{FF2B5EF4-FFF2-40B4-BE49-F238E27FC236}">
                <a16:creationId xmlns:a16="http://schemas.microsoft.com/office/drawing/2014/main" id="{BA8AF20C-AD04-B6B4-A480-71C02EEE3264}"/>
              </a:ext>
            </a:extLst>
          </p:cNvPr>
          <p:cNvSpPr/>
          <p:nvPr userDrawn="1"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24">
            <a:extLst>
              <a:ext uri="{FF2B5EF4-FFF2-40B4-BE49-F238E27FC236}">
                <a16:creationId xmlns:a16="http://schemas.microsoft.com/office/drawing/2014/main" id="{FF131E30-849B-D3B2-CA21-8281A6EB56EC}"/>
              </a:ext>
            </a:extLst>
          </p:cNvPr>
          <p:cNvSpPr/>
          <p:nvPr userDrawn="1"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25">
            <a:extLst>
              <a:ext uri="{FF2B5EF4-FFF2-40B4-BE49-F238E27FC236}">
                <a16:creationId xmlns:a16="http://schemas.microsoft.com/office/drawing/2014/main" id="{D1FA6C9C-60A6-66DC-1A23-649080FE0ECF}"/>
              </a:ext>
            </a:extLst>
          </p:cNvPr>
          <p:cNvSpPr/>
          <p:nvPr userDrawn="1"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26">
            <a:extLst>
              <a:ext uri="{FF2B5EF4-FFF2-40B4-BE49-F238E27FC236}">
                <a16:creationId xmlns:a16="http://schemas.microsoft.com/office/drawing/2014/main" id="{DFA6E92C-A0C4-987F-882A-B2E78CEF492E}"/>
              </a:ext>
            </a:extLst>
          </p:cNvPr>
          <p:cNvSpPr/>
          <p:nvPr userDrawn="1"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27">
            <a:extLst>
              <a:ext uri="{FF2B5EF4-FFF2-40B4-BE49-F238E27FC236}">
                <a16:creationId xmlns:a16="http://schemas.microsoft.com/office/drawing/2014/main" id="{9876FF32-6797-3903-34CA-9B64F3967922}"/>
              </a:ext>
            </a:extLst>
          </p:cNvPr>
          <p:cNvSpPr/>
          <p:nvPr userDrawn="1"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28">
            <a:extLst>
              <a:ext uri="{FF2B5EF4-FFF2-40B4-BE49-F238E27FC236}">
                <a16:creationId xmlns:a16="http://schemas.microsoft.com/office/drawing/2014/main" id="{A3D863A0-FD13-7E7C-6390-56CB3E60AFDC}"/>
              </a:ext>
            </a:extLst>
          </p:cNvPr>
          <p:cNvSpPr/>
          <p:nvPr userDrawn="1"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50FDA06E-3BEF-7646-95CD-61C2783E2E4A}"/>
              </a:ext>
            </a:extLst>
          </p:cNvPr>
          <p:cNvSpPr/>
          <p:nvPr userDrawn="1"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30">
            <a:extLst>
              <a:ext uri="{FF2B5EF4-FFF2-40B4-BE49-F238E27FC236}">
                <a16:creationId xmlns:a16="http://schemas.microsoft.com/office/drawing/2014/main" id="{D07FE216-C761-C51C-87DC-A39ED319608B}"/>
              </a:ext>
            </a:extLst>
          </p:cNvPr>
          <p:cNvSpPr/>
          <p:nvPr userDrawn="1"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31">
            <a:extLst>
              <a:ext uri="{FF2B5EF4-FFF2-40B4-BE49-F238E27FC236}">
                <a16:creationId xmlns:a16="http://schemas.microsoft.com/office/drawing/2014/main" id="{5CA67226-5DCB-6F54-5133-3B134A6518A9}"/>
              </a:ext>
            </a:extLst>
          </p:cNvPr>
          <p:cNvSpPr/>
          <p:nvPr userDrawn="1"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32">
            <a:extLst>
              <a:ext uri="{FF2B5EF4-FFF2-40B4-BE49-F238E27FC236}">
                <a16:creationId xmlns:a16="http://schemas.microsoft.com/office/drawing/2014/main" id="{4F51253E-EBEE-2B8C-BA84-32BE4947F04D}"/>
              </a:ext>
            </a:extLst>
          </p:cNvPr>
          <p:cNvSpPr/>
          <p:nvPr userDrawn="1"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33">
            <a:extLst>
              <a:ext uri="{FF2B5EF4-FFF2-40B4-BE49-F238E27FC236}">
                <a16:creationId xmlns:a16="http://schemas.microsoft.com/office/drawing/2014/main" id="{CBC71A38-4DBF-4C80-4B8F-6E9AC2C27440}"/>
              </a:ext>
            </a:extLst>
          </p:cNvPr>
          <p:cNvSpPr/>
          <p:nvPr userDrawn="1"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34">
            <a:extLst>
              <a:ext uri="{FF2B5EF4-FFF2-40B4-BE49-F238E27FC236}">
                <a16:creationId xmlns:a16="http://schemas.microsoft.com/office/drawing/2014/main" id="{81A89928-EADD-D8A0-4239-C3B1CC2CD933}"/>
              </a:ext>
            </a:extLst>
          </p:cNvPr>
          <p:cNvSpPr/>
          <p:nvPr userDrawn="1"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35">
            <a:extLst>
              <a:ext uri="{FF2B5EF4-FFF2-40B4-BE49-F238E27FC236}">
                <a16:creationId xmlns:a16="http://schemas.microsoft.com/office/drawing/2014/main" id="{0EDAA47C-D0E6-F08A-FDD6-85C37DA22C93}"/>
              </a:ext>
            </a:extLst>
          </p:cNvPr>
          <p:cNvSpPr/>
          <p:nvPr userDrawn="1"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36">
            <a:extLst>
              <a:ext uri="{FF2B5EF4-FFF2-40B4-BE49-F238E27FC236}">
                <a16:creationId xmlns:a16="http://schemas.microsoft.com/office/drawing/2014/main" id="{F45033AC-2B6C-B16F-1A77-0B50F44C4B99}"/>
              </a:ext>
            </a:extLst>
          </p:cNvPr>
          <p:cNvSpPr/>
          <p:nvPr userDrawn="1"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44">
            <a:extLst>
              <a:ext uri="{FF2B5EF4-FFF2-40B4-BE49-F238E27FC236}">
                <a16:creationId xmlns:a16="http://schemas.microsoft.com/office/drawing/2014/main" id="{AC97F1E7-6863-30A0-C411-FE1F19C93A27}"/>
              </a:ext>
            </a:extLst>
          </p:cNvPr>
          <p:cNvSpPr txBox="1"/>
          <p:nvPr userDrawn="1"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4" name="TextBox 45">
            <a:extLst>
              <a:ext uri="{FF2B5EF4-FFF2-40B4-BE49-F238E27FC236}">
                <a16:creationId xmlns:a16="http://schemas.microsoft.com/office/drawing/2014/main" id="{AA8A924B-69BC-09F3-5139-A8145D370AC3}"/>
              </a:ext>
            </a:extLst>
          </p:cNvPr>
          <p:cNvSpPr txBox="1"/>
          <p:nvPr userDrawn="1"/>
        </p:nvSpPr>
        <p:spPr>
          <a:xfrm>
            <a:off x="603504" y="1078992"/>
            <a:ext cx="6217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7FAFF"/>
                </a:solidFill>
                <a:latin typeface="Aptos Display"/>
              </a:rPr>
              <a:t>AI
VIRTUAL DAYS</a:t>
            </a:r>
          </a:p>
        </p:txBody>
      </p:sp>
      <p:sp>
        <p:nvSpPr>
          <p:cNvPr id="96" name="TextBox 46">
            <a:extLst>
              <a:ext uri="{FF2B5EF4-FFF2-40B4-BE49-F238E27FC236}">
                <a16:creationId xmlns:a16="http://schemas.microsoft.com/office/drawing/2014/main" id="{E2997111-1FD5-4EC4-ABFF-6E3DF8307DAD}"/>
              </a:ext>
            </a:extLst>
          </p:cNvPr>
          <p:cNvSpPr txBox="1"/>
          <p:nvPr userDrawn="1"/>
        </p:nvSpPr>
        <p:spPr>
          <a:xfrm>
            <a:off x="640080" y="290779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CF2"/>
                </a:solidFill>
                <a:latin typeface="Aptos Display"/>
              </a:rPr>
              <a:t>2026 EDITION</a:t>
            </a:r>
          </a:p>
        </p:txBody>
      </p:sp>
      <p:sp>
        <p:nvSpPr>
          <p:cNvPr id="98" name="Rectangle 47">
            <a:extLst>
              <a:ext uri="{FF2B5EF4-FFF2-40B4-BE49-F238E27FC236}">
                <a16:creationId xmlns:a16="http://schemas.microsoft.com/office/drawing/2014/main" id="{E08CB5EE-7474-A871-297E-ED555ACCC078}"/>
              </a:ext>
            </a:extLst>
          </p:cNvPr>
          <p:cNvSpPr/>
          <p:nvPr userDrawn="1"/>
        </p:nvSpPr>
        <p:spPr>
          <a:xfrm>
            <a:off x="640080" y="3401568"/>
            <a:ext cx="2834640" cy="822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48">
            <a:extLst>
              <a:ext uri="{FF2B5EF4-FFF2-40B4-BE49-F238E27FC236}">
                <a16:creationId xmlns:a16="http://schemas.microsoft.com/office/drawing/2014/main" id="{A3CE81C6-25A3-F0DE-9319-1B534F27BA82}"/>
              </a:ext>
            </a:extLst>
          </p:cNvPr>
          <p:cNvSpPr txBox="1"/>
          <p:nvPr userDrawn="1"/>
        </p:nvSpPr>
        <p:spPr>
          <a:xfrm>
            <a:off x="640080" y="3730752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F7FAFF"/>
                </a:solidFill>
                <a:latin typeface="Aptos Display"/>
              </a:rPr>
              <a:t>Una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plantilla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que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se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sienta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como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evento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:
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menos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corporativa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,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más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IA,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más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especial.</a:t>
            </a:r>
          </a:p>
        </p:txBody>
      </p:sp>
      <p:sp>
        <p:nvSpPr>
          <p:cNvPr id="102" name="TextBox 49">
            <a:extLst>
              <a:ext uri="{FF2B5EF4-FFF2-40B4-BE49-F238E27FC236}">
                <a16:creationId xmlns:a16="http://schemas.microsoft.com/office/drawing/2014/main" id="{EDBD9532-D586-2F94-68D4-DF8B64CE07BD}"/>
              </a:ext>
            </a:extLst>
          </p:cNvPr>
          <p:cNvSpPr txBox="1"/>
          <p:nvPr userDrawn="1"/>
        </p:nvSpPr>
        <p:spPr>
          <a:xfrm>
            <a:off x="658368" y="507492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TÍTULO DE LA SESIÓN · NOMBRE SPEAKER</a:t>
            </a:r>
          </a:p>
        </p:txBody>
      </p:sp>
      <p:sp>
        <p:nvSpPr>
          <p:cNvPr id="104" name="Rounded Rectangle 50">
            <a:extLst>
              <a:ext uri="{FF2B5EF4-FFF2-40B4-BE49-F238E27FC236}">
                <a16:creationId xmlns:a16="http://schemas.microsoft.com/office/drawing/2014/main" id="{C484AA7C-5A23-F59A-8326-9ED0CDAEAA6D}"/>
              </a:ext>
            </a:extLst>
          </p:cNvPr>
          <p:cNvSpPr/>
          <p:nvPr userDrawn="1"/>
        </p:nvSpPr>
        <p:spPr>
          <a:xfrm>
            <a:off x="8983980" y="2205990"/>
            <a:ext cx="1283817" cy="1283817"/>
          </a:xfrm>
          <a:prstGeom prst="roundRect">
            <a:avLst/>
          </a:prstGeom>
          <a:solidFill>
            <a:srgbClr val="0C2442"/>
          </a:solidFill>
          <a:ln w="2032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51">
            <a:extLst>
              <a:ext uri="{FF2B5EF4-FFF2-40B4-BE49-F238E27FC236}">
                <a16:creationId xmlns:a16="http://schemas.microsoft.com/office/drawing/2014/main" id="{05D33865-3CD6-0FE8-5983-E5F631D1A35E}"/>
              </a:ext>
            </a:extLst>
          </p:cNvPr>
          <p:cNvSpPr/>
          <p:nvPr userDrawn="1"/>
        </p:nvSpPr>
        <p:spPr>
          <a:xfrm>
            <a:off x="8868766" y="2387041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52">
            <a:extLst>
              <a:ext uri="{FF2B5EF4-FFF2-40B4-BE49-F238E27FC236}">
                <a16:creationId xmlns:a16="http://schemas.microsoft.com/office/drawing/2014/main" id="{E818A73E-F19B-9C11-A2EE-6271FD58559B}"/>
              </a:ext>
            </a:extLst>
          </p:cNvPr>
          <p:cNvSpPr/>
          <p:nvPr userDrawn="1"/>
        </p:nvSpPr>
        <p:spPr>
          <a:xfrm>
            <a:off x="10284256" y="2387041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53">
            <a:extLst>
              <a:ext uri="{FF2B5EF4-FFF2-40B4-BE49-F238E27FC236}">
                <a16:creationId xmlns:a16="http://schemas.microsoft.com/office/drawing/2014/main" id="{35670B16-BC76-C2F3-CCB8-577C27B29B5B}"/>
              </a:ext>
            </a:extLst>
          </p:cNvPr>
          <p:cNvSpPr/>
          <p:nvPr userDrawn="1"/>
        </p:nvSpPr>
        <p:spPr>
          <a:xfrm>
            <a:off x="8868766" y="2633929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54">
            <a:extLst>
              <a:ext uri="{FF2B5EF4-FFF2-40B4-BE49-F238E27FC236}">
                <a16:creationId xmlns:a16="http://schemas.microsoft.com/office/drawing/2014/main" id="{AE5A9C38-133D-2D69-71DE-10E764D8A76F}"/>
              </a:ext>
            </a:extLst>
          </p:cNvPr>
          <p:cNvSpPr/>
          <p:nvPr userDrawn="1"/>
        </p:nvSpPr>
        <p:spPr>
          <a:xfrm>
            <a:off x="10284256" y="2633929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55">
            <a:extLst>
              <a:ext uri="{FF2B5EF4-FFF2-40B4-BE49-F238E27FC236}">
                <a16:creationId xmlns:a16="http://schemas.microsoft.com/office/drawing/2014/main" id="{AD2AB9F7-1E60-832A-2516-9CA06FFD4E7A}"/>
              </a:ext>
            </a:extLst>
          </p:cNvPr>
          <p:cNvSpPr/>
          <p:nvPr userDrawn="1"/>
        </p:nvSpPr>
        <p:spPr>
          <a:xfrm>
            <a:off x="8868766" y="2880817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56">
            <a:extLst>
              <a:ext uri="{FF2B5EF4-FFF2-40B4-BE49-F238E27FC236}">
                <a16:creationId xmlns:a16="http://schemas.microsoft.com/office/drawing/2014/main" id="{F3717DD9-FDA5-8F5D-FEE9-B8B3102E4314}"/>
              </a:ext>
            </a:extLst>
          </p:cNvPr>
          <p:cNvSpPr/>
          <p:nvPr userDrawn="1"/>
        </p:nvSpPr>
        <p:spPr>
          <a:xfrm>
            <a:off x="10284256" y="2880817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57">
            <a:extLst>
              <a:ext uri="{FF2B5EF4-FFF2-40B4-BE49-F238E27FC236}">
                <a16:creationId xmlns:a16="http://schemas.microsoft.com/office/drawing/2014/main" id="{C15B8E04-1633-75CC-DBAB-4E2BD0A805AF}"/>
              </a:ext>
            </a:extLst>
          </p:cNvPr>
          <p:cNvSpPr/>
          <p:nvPr userDrawn="1"/>
        </p:nvSpPr>
        <p:spPr>
          <a:xfrm>
            <a:off x="8868766" y="3127705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58">
            <a:extLst>
              <a:ext uri="{FF2B5EF4-FFF2-40B4-BE49-F238E27FC236}">
                <a16:creationId xmlns:a16="http://schemas.microsoft.com/office/drawing/2014/main" id="{0DE6202E-8FAD-41E0-E82E-5CA8AC8B7352}"/>
              </a:ext>
            </a:extLst>
          </p:cNvPr>
          <p:cNvSpPr/>
          <p:nvPr userDrawn="1"/>
        </p:nvSpPr>
        <p:spPr>
          <a:xfrm>
            <a:off x="10284256" y="3127705"/>
            <a:ext cx="98755" cy="6583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59">
            <a:extLst>
              <a:ext uri="{FF2B5EF4-FFF2-40B4-BE49-F238E27FC236}">
                <a16:creationId xmlns:a16="http://schemas.microsoft.com/office/drawing/2014/main" id="{D1D1E142-F6FB-29A1-6026-91E2B992032F}"/>
              </a:ext>
            </a:extLst>
          </p:cNvPr>
          <p:cNvSpPr/>
          <p:nvPr userDrawn="1"/>
        </p:nvSpPr>
        <p:spPr>
          <a:xfrm>
            <a:off x="9165031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60">
            <a:extLst>
              <a:ext uri="{FF2B5EF4-FFF2-40B4-BE49-F238E27FC236}">
                <a16:creationId xmlns:a16="http://schemas.microsoft.com/office/drawing/2014/main" id="{911DACAC-F08B-A550-577C-399898FF2049}"/>
              </a:ext>
            </a:extLst>
          </p:cNvPr>
          <p:cNvSpPr/>
          <p:nvPr userDrawn="1"/>
        </p:nvSpPr>
        <p:spPr>
          <a:xfrm>
            <a:off x="9165031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61">
            <a:extLst>
              <a:ext uri="{FF2B5EF4-FFF2-40B4-BE49-F238E27FC236}">
                <a16:creationId xmlns:a16="http://schemas.microsoft.com/office/drawing/2014/main" id="{EC61F321-B70F-E441-22EE-B2EE1D0D8FD2}"/>
              </a:ext>
            </a:extLst>
          </p:cNvPr>
          <p:cNvSpPr/>
          <p:nvPr userDrawn="1"/>
        </p:nvSpPr>
        <p:spPr>
          <a:xfrm>
            <a:off x="9411919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62">
            <a:extLst>
              <a:ext uri="{FF2B5EF4-FFF2-40B4-BE49-F238E27FC236}">
                <a16:creationId xmlns:a16="http://schemas.microsoft.com/office/drawing/2014/main" id="{7B7FC317-40D7-90B4-1D24-D24E88EE2BBF}"/>
              </a:ext>
            </a:extLst>
          </p:cNvPr>
          <p:cNvSpPr/>
          <p:nvPr userDrawn="1"/>
        </p:nvSpPr>
        <p:spPr>
          <a:xfrm>
            <a:off x="9411919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63">
            <a:extLst>
              <a:ext uri="{FF2B5EF4-FFF2-40B4-BE49-F238E27FC236}">
                <a16:creationId xmlns:a16="http://schemas.microsoft.com/office/drawing/2014/main" id="{6C6871A8-CF47-FEA3-D607-9C4AF24C49DA}"/>
              </a:ext>
            </a:extLst>
          </p:cNvPr>
          <p:cNvSpPr/>
          <p:nvPr userDrawn="1"/>
        </p:nvSpPr>
        <p:spPr>
          <a:xfrm>
            <a:off x="9658807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64">
            <a:extLst>
              <a:ext uri="{FF2B5EF4-FFF2-40B4-BE49-F238E27FC236}">
                <a16:creationId xmlns:a16="http://schemas.microsoft.com/office/drawing/2014/main" id="{7B66A1FB-40BB-D4B3-A281-36D343169293}"/>
              </a:ext>
            </a:extLst>
          </p:cNvPr>
          <p:cNvSpPr/>
          <p:nvPr userDrawn="1"/>
        </p:nvSpPr>
        <p:spPr>
          <a:xfrm>
            <a:off x="9658807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65">
            <a:extLst>
              <a:ext uri="{FF2B5EF4-FFF2-40B4-BE49-F238E27FC236}">
                <a16:creationId xmlns:a16="http://schemas.microsoft.com/office/drawing/2014/main" id="{30757664-1DB1-340D-EC69-7A7C735276FE}"/>
              </a:ext>
            </a:extLst>
          </p:cNvPr>
          <p:cNvSpPr/>
          <p:nvPr userDrawn="1"/>
        </p:nvSpPr>
        <p:spPr>
          <a:xfrm>
            <a:off x="9905695" y="209077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66">
            <a:extLst>
              <a:ext uri="{FF2B5EF4-FFF2-40B4-BE49-F238E27FC236}">
                <a16:creationId xmlns:a16="http://schemas.microsoft.com/office/drawing/2014/main" id="{46AFD740-3AF7-9F93-4BF8-788CD8860873}"/>
              </a:ext>
            </a:extLst>
          </p:cNvPr>
          <p:cNvSpPr/>
          <p:nvPr userDrawn="1"/>
        </p:nvSpPr>
        <p:spPr>
          <a:xfrm>
            <a:off x="9905695" y="3506266"/>
            <a:ext cx="65836" cy="9875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67">
            <a:extLst>
              <a:ext uri="{FF2B5EF4-FFF2-40B4-BE49-F238E27FC236}">
                <a16:creationId xmlns:a16="http://schemas.microsoft.com/office/drawing/2014/main" id="{0E33573D-FD5D-F087-1FD0-82CDF518AD4C}"/>
              </a:ext>
            </a:extLst>
          </p:cNvPr>
          <p:cNvSpPr/>
          <p:nvPr userDrawn="1"/>
        </p:nvSpPr>
        <p:spPr>
          <a:xfrm>
            <a:off x="9374073" y="2551633"/>
            <a:ext cx="230428" cy="23042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68">
            <a:extLst>
              <a:ext uri="{FF2B5EF4-FFF2-40B4-BE49-F238E27FC236}">
                <a16:creationId xmlns:a16="http://schemas.microsoft.com/office/drawing/2014/main" id="{CD86A683-3F8A-F19B-2988-C58AD61E20CE}"/>
              </a:ext>
            </a:extLst>
          </p:cNvPr>
          <p:cNvSpPr/>
          <p:nvPr userDrawn="1"/>
        </p:nvSpPr>
        <p:spPr>
          <a:xfrm>
            <a:off x="9653878" y="2551633"/>
            <a:ext cx="230428" cy="23042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69">
            <a:extLst>
              <a:ext uri="{FF2B5EF4-FFF2-40B4-BE49-F238E27FC236}">
                <a16:creationId xmlns:a16="http://schemas.microsoft.com/office/drawing/2014/main" id="{7415A654-7AC6-C260-982D-BA228A8E95E4}"/>
              </a:ext>
            </a:extLst>
          </p:cNvPr>
          <p:cNvSpPr/>
          <p:nvPr userDrawn="1"/>
        </p:nvSpPr>
        <p:spPr>
          <a:xfrm>
            <a:off x="9374073" y="2831438"/>
            <a:ext cx="230428" cy="2304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70">
            <a:extLst>
              <a:ext uri="{FF2B5EF4-FFF2-40B4-BE49-F238E27FC236}">
                <a16:creationId xmlns:a16="http://schemas.microsoft.com/office/drawing/2014/main" id="{60B1F670-78BF-B06B-2C55-22A5637F1C62}"/>
              </a:ext>
            </a:extLst>
          </p:cNvPr>
          <p:cNvSpPr/>
          <p:nvPr userDrawn="1"/>
        </p:nvSpPr>
        <p:spPr>
          <a:xfrm>
            <a:off x="9653878" y="2831438"/>
            <a:ext cx="230428" cy="23042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71">
            <a:extLst>
              <a:ext uri="{FF2B5EF4-FFF2-40B4-BE49-F238E27FC236}">
                <a16:creationId xmlns:a16="http://schemas.microsoft.com/office/drawing/2014/main" id="{1D0FD28D-1552-CB43-AC30-BEA1394B29AD}"/>
              </a:ext>
            </a:extLst>
          </p:cNvPr>
          <p:cNvSpPr/>
          <p:nvPr userDrawn="1"/>
        </p:nvSpPr>
        <p:spPr>
          <a:xfrm>
            <a:off x="8092440" y="4663440"/>
            <a:ext cx="146304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72">
            <a:extLst>
              <a:ext uri="{FF2B5EF4-FFF2-40B4-BE49-F238E27FC236}">
                <a16:creationId xmlns:a16="http://schemas.microsoft.com/office/drawing/2014/main" id="{57B9B2B1-8409-40F9-6E03-68A699424B3B}"/>
              </a:ext>
            </a:extLst>
          </p:cNvPr>
          <p:cNvSpPr/>
          <p:nvPr userDrawn="1"/>
        </p:nvSpPr>
        <p:spPr>
          <a:xfrm>
            <a:off x="8458200" y="49834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73">
            <a:extLst>
              <a:ext uri="{FF2B5EF4-FFF2-40B4-BE49-F238E27FC236}">
                <a16:creationId xmlns:a16="http://schemas.microsoft.com/office/drawing/2014/main" id="{06CB3CCF-0BE9-7AF9-E6E7-C868F0D2E7E1}"/>
              </a:ext>
            </a:extLst>
          </p:cNvPr>
          <p:cNvSpPr/>
          <p:nvPr userDrawn="1"/>
        </p:nvSpPr>
        <p:spPr>
          <a:xfrm>
            <a:off x="8421624" y="4434840"/>
            <a:ext cx="146304" cy="146304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74">
            <a:extLst>
              <a:ext uri="{FF2B5EF4-FFF2-40B4-BE49-F238E27FC236}">
                <a16:creationId xmlns:a16="http://schemas.microsoft.com/office/drawing/2014/main" id="{5ABFBD75-859D-748F-845C-99B10DB384E8}"/>
              </a:ext>
            </a:extLst>
          </p:cNvPr>
          <p:cNvSpPr/>
          <p:nvPr userDrawn="1"/>
        </p:nvSpPr>
        <p:spPr>
          <a:xfrm>
            <a:off x="8750808" y="5148072"/>
            <a:ext cx="64008" cy="640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75">
            <a:extLst>
              <a:ext uri="{FF2B5EF4-FFF2-40B4-BE49-F238E27FC236}">
                <a16:creationId xmlns:a16="http://schemas.microsoft.com/office/drawing/2014/main" id="{0133DAAA-08AE-EC38-44B8-D47C93323167}"/>
              </a:ext>
            </a:extLst>
          </p:cNvPr>
          <p:cNvSpPr/>
          <p:nvPr userDrawn="1"/>
        </p:nvSpPr>
        <p:spPr>
          <a:xfrm>
            <a:off x="8750808" y="4206240"/>
            <a:ext cx="146304" cy="146304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76">
            <a:extLst>
              <a:ext uri="{FF2B5EF4-FFF2-40B4-BE49-F238E27FC236}">
                <a16:creationId xmlns:a16="http://schemas.microsoft.com/office/drawing/2014/main" id="{658638B3-CE66-F006-A459-109EE36FF23E}"/>
              </a:ext>
            </a:extLst>
          </p:cNvPr>
          <p:cNvSpPr/>
          <p:nvPr userDrawn="1"/>
        </p:nvSpPr>
        <p:spPr>
          <a:xfrm>
            <a:off x="9043416" y="49834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77">
            <a:extLst>
              <a:ext uri="{FF2B5EF4-FFF2-40B4-BE49-F238E27FC236}">
                <a16:creationId xmlns:a16="http://schemas.microsoft.com/office/drawing/2014/main" id="{19EC997A-D1C9-61AF-1435-CC0EA658651C}"/>
              </a:ext>
            </a:extLst>
          </p:cNvPr>
          <p:cNvSpPr/>
          <p:nvPr userDrawn="1"/>
        </p:nvSpPr>
        <p:spPr>
          <a:xfrm>
            <a:off x="9079992" y="4663440"/>
            <a:ext cx="146304" cy="14630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78">
            <a:extLst>
              <a:ext uri="{FF2B5EF4-FFF2-40B4-BE49-F238E27FC236}">
                <a16:creationId xmlns:a16="http://schemas.microsoft.com/office/drawing/2014/main" id="{97CE7A8A-4D26-D8EE-9F16-EE860C7AE052}"/>
              </a:ext>
            </a:extLst>
          </p:cNvPr>
          <p:cNvSpPr/>
          <p:nvPr userDrawn="1"/>
        </p:nvSpPr>
        <p:spPr>
          <a:xfrm>
            <a:off x="9336024" y="5148072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79">
            <a:extLst>
              <a:ext uri="{FF2B5EF4-FFF2-40B4-BE49-F238E27FC236}">
                <a16:creationId xmlns:a16="http://schemas.microsoft.com/office/drawing/2014/main" id="{AC5640D7-2EF7-10F8-9334-FA7826596D35}"/>
              </a:ext>
            </a:extLst>
          </p:cNvPr>
          <p:cNvSpPr/>
          <p:nvPr userDrawn="1"/>
        </p:nvSpPr>
        <p:spPr>
          <a:xfrm>
            <a:off x="9409176" y="4434840"/>
            <a:ext cx="146304" cy="146304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80">
            <a:extLst>
              <a:ext uri="{FF2B5EF4-FFF2-40B4-BE49-F238E27FC236}">
                <a16:creationId xmlns:a16="http://schemas.microsoft.com/office/drawing/2014/main" id="{374BCD8D-1505-DA25-81EE-930D1DC9629A}"/>
              </a:ext>
            </a:extLst>
          </p:cNvPr>
          <p:cNvSpPr/>
          <p:nvPr userDrawn="1"/>
        </p:nvSpPr>
        <p:spPr>
          <a:xfrm>
            <a:off x="9628632" y="49834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81">
            <a:extLst>
              <a:ext uri="{FF2B5EF4-FFF2-40B4-BE49-F238E27FC236}">
                <a16:creationId xmlns:a16="http://schemas.microsoft.com/office/drawing/2014/main" id="{9B965CC4-E630-B0B1-9DE4-09D4747A9514}"/>
              </a:ext>
            </a:extLst>
          </p:cNvPr>
          <p:cNvSpPr/>
          <p:nvPr userDrawn="1"/>
        </p:nvSpPr>
        <p:spPr>
          <a:xfrm>
            <a:off x="9738359" y="4206240"/>
            <a:ext cx="146304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82">
            <a:extLst>
              <a:ext uri="{FF2B5EF4-FFF2-40B4-BE49-F238E27FC236}">
                <a16:creationId xmlns:a16="http://schemas.microsoft.com/office/drawing/2014/main" id="{684AC47E-36F1-4523-9C0A-D7DCBE7FF41A}"/>
              </a:ext>
            </a:extLst>
          </p:cNvPr>
          <p:cNvSpPr/>
          <p:nvPr userDrawn="1"/>
        </p:nvSpPr>
        <p:spPr>
          <a:xfrm>
            <a:off x="9921240" y="5148072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83">
            <a:extLst>
              <a:ext uri="{FF2B5EF4-FFF2-40B4-BE49-F238E27FC236}">
                <a16:creationId xmlns:a16="http://schemas.microsoft.com/office/drawing/2014/main" id="{F7A187AF-D854-3A2F-B05A-F74C7B6687C5}"/>
              </a:ext>
            </a:extLst>
          </p:cNvPr>
          <p:cNvSpPr/>
          <p:nvPr userDrawn="1"/>
        </p:nvSpPr>
        <p:spPr>
          <a:xfrm>
            <a:off x="10067544" y="4663440"/>
            <a:ext cx="146304" cy="146304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AD346124-0F1E-C8D8-1C9D-E382102FE3BC}"/>
              </a:ext>
            </a:extLst>
          </p:cNvPr>
          <p:cNvSpPr/>
          <p:nvPr userDrawn="1"/>
        </p:nvSpPr>
        <p:spPr>
          <a:xfrm>
            <a:off x="10213848" y="49834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0730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3" name="Oval 47">
            <a:extLst>
              <a:ext uri="{FF2B5EF4-FFF2-40B4-BE49-F238E27FC236}">
                <a16:creationId xmlns:a16="http://schemas.microsoft.com/office/drawing/2014/main" id="{A535AF27-CF00-848A-1247-974AB5379544}"/>
              </a:ext>
            </a:extLst>
          </p:cNvPr>
          <p:cNvSpPr/>
          <p:nvPr userDrawn="1"/>
        </p:nvSpPr>
        <p:spPr>
          <a:xfrm>
            <a:off x="5228205" y="494066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8">
            <a:extLst>
              <a:ext uri="{FF2B5EF4-FFF2-40B4-BE49-F238E27FC236}">
                <a16:creationId xmlns:a16="http://schemas.microsoft.com/office/drawing/2014/main" id="{48343B1B-5A18-FF2E-24A3-330381CF95CC}"/>
              </a:ext>
            </a:extLst>
          </p:cNvPr>
          <p:cNvSpPr/>
          <p:nvPr userDrawn="1"/>
        </p:nvSpPr>
        <p:spPr>
          <a:xfrm>
            <a:off x="1788934" y="5534824"/>
            <a:ext cx="73152" cy="7315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49">
            <a:extLst>
              <a:ext uri="{FF2B5EF4-FFF2-40B4-BE49-F238E27FC236}">
                <a16:creationId xmlns:a16="http://schemas.microsoft.com/office/drawing/2014/main" id="{4FDF793F-CA70-296C-7BFD-FF5ABFCDDB2B}"/>
              </a:ext>
            </a:extLst>
          </p:cNvPr>
          <p:cNvSpPr/>
          <p:nvPr userDrawn="1"/>
        </p:nvSpPr>
        <p:spPr>
          <a:xfrm>
            <a:off x="1863618" y="4307404"/>
            <a:ext cx="73152" cy="73152"/>
          </a:xfrm>
          <a:prstGeom prst="ellipse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50">
            <a:extLst>
              <a:ext uri="{FF2B5EF4-FFF2-40B4-BE49-F238E27FC236}">
                <a16:creationId xmlns:a16="http://schemas.microsoft.com/office/drawing/2014/main" id="{9951DC34-CF2B-9916-C2B9-EA26FB485369}"/>
              </a:ext>
            </a:extLst>
          </p:cNvPr>
          <p:cNvSpPr/>
          <p:nvPr userDrawn="1"/>
        </p:nvSpPr>
        <p:spPr>
          <a:xfrm>
            <a:off x="1199404" y="4633009"/>
            <a:ext cx="73152" cy="73152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51">
            <a:extLst>
              <a:ext uri="{FF2B5EF4-FFF2-40B4-BE49-F238E27FC236}">
                <a16:creationId xmlns:a16="http://schemas.microsoft.com/office/drawing/2014/main" id="{92006087-3F0B-218A-CBAA-E8E71B1F340F}"/>
              </a:ext>
            </a:extLst>
          </p:cNvPr>
          <p:cNvSpPr/>
          <p:nvPr userDrawn="1"/>
        </p:nvSpPr>
        <p:spPr>
          <a:xfrm>
            <a:off x="1585781" y="4441162"/>
            <a:ext cx="73152" cy="73152"/>
          </a:xfrm>
          <a:prstGeom prst="ellipse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52">
            <a:extLst>
              <a:ext uri="{FF2B5EF4-FFF2-40B4-BE49-F238E27FC236}">
                <a16:creationId xmlns:a16="http://schemas.microsoft.com/office/drawing/2014/main" id="{8D9F6C7A-75D4-03C7-015F-CA8D7401B378}"/>
              </a:ext>
            </a:extLst>
          </p:cNvPr>
          <p:cNvSpPr/>
          <p:nvPr userDrawn="1"/>
        </p:nvSpPr>
        <p:spPr>
          <a:xfrm>
            <a:off x="5306802" y="466377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53">
            <a:extLst>
              <a:ext uri="{FF2B5EF4-FFF2-40B4-BE49-F238E27FC236}">
                <a16:creationId xmlns:a16="http://schemas.microsoft.com/office/drawing/2014/main" id="{8F4B142E-2557-CCA8-10F2-BDBACCF73799}"/>
              </a:ext>
            </a:extLst>
          </p:cNvPr>
          <p:cNvSpPr/>
          <p:nvPr userDrawn="1"/>
        </p:nvSpPr>
        <p:spPr>
          <a:xfrm>
            <a:off x="3469034" y="5038038"/>
            <a:ext cx="73152" cy="7315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54">
            <a:extLst>
              <a:ext uri="{FF2B5EF4-FFF2-40B4-BE49-F238E27FC236}">
                <a16:creationId xmlns:a16="http://schemas.microsoft.com/office/drawing/2014/main" id="{BFD53B06-0094-51E0-BEE7-7FF03F578DC7}"/>
              </a:ext>
            </a:extLst>
          </p:cNvPr>
          <p:cNvSpPr/>
          <p:nvPr userDrawn="1"/>
        </p:nvSpPr>
        <p:spPr>
          <a:xfrm>
            <a:off x="7017245" y="2225589"/>
            <a:ext cx="73152" cy="73152"/>
          </a:xfrm>
          <a:prstGeom prst="ellipse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55">
            <a:extLst>
              <a:ext uri="{FF2B5EF4-FFF2-40B4-BE49-F238E27FC236}">
                <a16:creationId xmlns:a16="http://schemas.microsoft.com/office/drawing/2014/main" id="{4BAC1866-8FD3-B741-6480-29DDE2EFE6B3}"/>
              </a:ext>
            </a:extLst>
          </p:cNvPr>
          <p:cNvSpPr/>
          <p:nvPr userDrawn="1"/>
        </p:nvSpPr>
        <p:spPr>
          <a:xfrm>
            <a:off x="3959306" y="5384406"/>
            <a:ext cx="73152" cy="73152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56">
            <a:extLst>
              <a:ext uri="{FF2B5EF4-FFF2-40B4-BE49-F238E27FC236}">
                <a16:creationId xmlns:a16="http://schemas.microsoft.com/office/drawing/2014/main" id="{472E30EC-8FCE-3F39-26E0-738AF9DE3170}"/>
              </a:ext>
            </a:extLst>
          </p:cNvPr>
          <p:cNvSpPr/>
          <p:nvPr userDrawn="1"/>
        </p:nvSpPr>
        <p:spPr>
          <a:xfrm>
            <a:off x="5402240" y="3457574"/>
            <a:ext cx="73152" cy="73152"/>
          </a:xfrm>
          <a:prstGeom prst="ellipse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57">
            <a:extLst>
              <a:ext uri="{FF2B5EF4-FFF2-40B4-BE49-F238E27FC236}">
                <a16:creationId xmlns:a16="http://schemas.microsoft.com/office/drawing/2014/main" id="{FF3DA8CF-C7C6-0C93-A695-5A2FF54B4DE0}"/>
              </a:ext>
            </a:extLst>
          </p:cNvPr>
          <p:cNvSpPr/>
          <p:nvPr userDrawn="1"/>
        </p:nvSpPr>
        <p:spPr>
          <a:xfrm>
            <a:off x="2581046" y="53651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58">
            <a:extLst>
              <a:ext uri="{FF2B5EF4-FFF2-40B4-BE49-F238E27FC236}">
                <a16:creationId xmlns:a16="http://schemas.microsoft.com/office/drawing/2014/main" id="{377DE1B6-ECFD-7AA1-B3BF-F800B19A2799}"/>
              </a:ext>
            </a:extLst>
          </p:cNvPr>
          <p:cNvSpPr/>
          <p:nvPr userDrawn="1"/>
        </p:nvSpPr>
        <p:spPr>
          <a:xfrm>
            <a:off x="1156113" y="4643577"/>
            <a:ext cx="73152" cy="7315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59">
            <a:extLst>
              <a:ext uri="{FF2B5EF4-FFF2-40B4-BE49-F238E27FC236}">
                <a16:creationId xmlns:a16="http://schemas.microsoft.com/office/drawing/2014/main" id="{563D3A22-08C6-396A-50F7-75A75DF0B9C9}"/>
              </a:ext>
            </a:extLst>
          </p:cNvPr>
          <p:cNvSpPr/>
          <p:nvPr userDrawn="1"/>
        </p:nvSpPr>
        <p:spPr>
          <a:xfrm>
            <a:off x="6078116" y="2383449"/>
            <a:ext cx="73152" cy="73152"/>
          </a:xfrm>
          <a:prstGeom prst="ellipse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60">
            <a:extLst>
              <a:ext uri="{FF2B5EF4-FFF2-40B4-BE49-F238E27FC236}">
                <a16:creationId xmlns:a16="http://schemas.microsoft.com/office/drawing/2014/main" id="{E8EF81B0-FB29-A470-BCED-1FFDECD3B2FD}"/>
              </a:ext>
            </a:extLst>
          </p:cNvPr>
          <p:cNvSpPr/>
          <p:nvPr userDrawn="1"/>
        </p:nvSpPr>
        <p:spPr>
          <a:xfrm>
            <a:off x="2725626" y="2937023"/>
            <a:ext cx="73152" cy="73152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61">
            <a:extLst>
              <a:ext uri="{FF2B5EF4-FFF2-40B4-BE49-F238E27FC236}">
                <a16:creationId xmlns:a16="http://schemas.microsoft.com/office/drawing/2014/main" id="{C1C8A56B-9268-2726-DC5E-415431F7EAA2}"/>
              </a:ext>
            </a:extLst>
          </p:cNvPr>
          <p:cNvSpPr/>
          <p:nvPr userDrawn="1"/>
        </p:nvSpPr>
        <p:spPr>
          <a:xfrm>
            <a:off x="4122857" y="3168111"/>
            <a:ext cx="73152" cy="73152"/>
          </a:xfrm>
          <a:prstGeom prst="ellipse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62">
            <a:extLst>
              <a:ext uri="{FF2B5EF4-FFF2-40B4-BE49-F238E27FC236}">
                <a16:creationId xmlns:a16="http://schemas.microsoft.com/office/drawing/2014/main" id="{3EBD274F-C09D-CA53-146C-0E680A913F35}"/>
              </a:ext>
            </a:extLst>
          </p:cNvPr>
          <p:cNvSpPr/>
          <p:nvPr userDrawn="1"/>
        </p:nvSpPr>
        <p:spPr>
          <a:xfrm>
            <a:off x="6405558" y="5258706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63">
            <a:extLst>
              <a:ext uri="{FF2B5EF4-FFF2-40B4-BE49-F238E27FC236}">
                <a16:creationId xmlns:a16="http://schemas.microsoft.com/office/drawing/2014/main" id="{1965D877-237E-B8C1-DCAB-976D8C8EB497}"/>
              </a:ext>
            </a:extLst>
          </p:cNvPr>
          <p:cNvSpPr/>
          <p:nvPr userDrawn="1"/>
        </p:nvSpPr>
        <p:spPr>
          <a:xfrm>
            <a:off x="2656144" y="5146788"/>
            <a:ext cx="73152" cy="7315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64">
            <a:extLst>
              <a:ext uri="{FF2B5EF4-FFF2-40B4-BE49-F238E27FC236}">
                <a16:creationId xmlns:a16="http://schemas.microsoft.com/office/drawing/2014/main" id="{2A551C23-C818-D512-5576-C0066948EA90}"/>
              </a:ext>
            </a:extLst>
          </p:cNvPr>
          <p:cNvSpPr/>
          <p:nvPr userDrawn="1"/>
        </p:nvSpPr>
        <p:spPr>
          <a:xfrm>
            <a:off x="1055431" y="2155524"/>
            <a:ext cx="73152" cy="73152"/>
          </a:xfrm>
          <a:prstGeom prst="ellipse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4572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Foto Speaker"/>
          <p:cNvSpPr>
            <a:spLocks noGrp="1"/>
          </p:cNvSpPr>
          <p:nvPr>
            <p:ph type="pic" idx="10"/>
          </p:nvPr>
        </p:nvSpPr>
        <p:spPr>
          <a:xfrm>
            <a:off x="658368" y="1828800"/>
            <a:ext cx="2971800" cy="3520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800" b="1">
                <a:solidFill>
                  <a:srgbClr val="A2B6CD"/>
                </a:solidFill>
                <a:latin typeface="Aptos Display"/>
              </a:defRPr>
            </a:lvl1pPr>
          </a:lstStyle>
          <a:p>
            <a:r>
              <a:rPr lang="es-ES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os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Foto Speaker 1"/>
          <p:cNvSpPr>
            <a:spLocks noGrp="1"/>
          </p:cNvSpPr>
          <p:nvPr>
            <p:ph type="pic" idx="10"/>
          </p:nvPr>
        </p:nvSpPr>
        <p:spPr>
          <a:xfrm>
            <a:off x="1298448" y="1828800"/>
            <a:ext cx="2377440" cy="2377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400" b="1">
                <a:solidFill>
                  <a:srgbClr val="A2B6CD"/>
                </a:solidFill>
                <a:latin typeface="Aptos Display"/>
              </a:defRPr>
            </a:lvl1pPr>
          </a:lstStyle>
          <a:p>
            <a:r>
              <a:rPr lang="es-ES" dirty="0"/>
              <a:t>FOTO 1</a:t>
            </a:r>
          </a:p>
        </p:txBody>
      </p:sp>
      <p:sp>
        <p:nvSpPr>
          <p:cNvPr id="901" name="Foto Speaker 2"/>
          <p:cNvSpPr>
            <a:spLocks noGrp="1"/>
          </p:cNvSpPr>
          <p:nvPr>
            <p:ph type="pic" idx="11"/>
          </p:nvPr>
        </p:nvSpPr>
        <p:spPr>
          <a:xfrm>
            <a:off x="5577840" y="1828800"/>
            <a:ext cx="2377440" cy="2377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400" b="1">
                <a:solidFill>
                  <a:srgbClr val="A2B6CD"/>
                </a:solidFill>
                <a:latin typeface="Aptos Display"/>
              </a:defRPr>
            </a:lvl1pPr>
          </a:lstStyle>
          <a:p>
            <a:r>
              <a:rPr lang="es-ES" dirty="0"/>
              <a:t>FOTO 2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Imagen Demo"/>
          <p:cNvSpPr>
            <a:spLocks noGrp="1"/>
          </p:cNvSpPr>
          <p:nvPr>
            <p:ph type="pic" idx="10"/>
          </p:nvPr>
        </p:nvSpPr>
        <p:spPr>
          <a:xfrm>
            <a:off x="658368" y="1508760"/>
            <a:ext cx="7863840" cy="4663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2400" b="1">
                <a:solidFill>
                  <a:srgbClr val="A2B6CD"/>
                </a:solidFill>
                <a:latin typeface="Aptos Display"/>
              </a:defRPr>
            </a:lvl1pPr>
          </a:lstStyle>
          <a:p>
            <a:r>
              <a:rPr lang="es-ES" dirty="0"/>
              <a:t>DEMO / CAPTURA / VÍDEO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ol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Texto"/>
          <p:cNvSpPr>
            <a:spLocks noGrp="1"/>
          </p:cNvSpPr>
          <p:nvPr>
            <p:ph type="body" idx="12"/>
          </p:nvPr>
        </p:nvSpPr>
        <p:spPr>
          <a:xfrm>
            <a:off x="658368" y="1828800"/>
            <a:ext cx="8229600" cy="3520440"/>
          </a:xfrm>
          <a:prstGeom prst="rect">
            <a:avLst/>
          </a:prstGeom>
          <a:noFill/>
        </p:spPr>
        <p:txBody>
          <a:bodyPr wrap="square" lIns="182880" tIns="137160" rIns="182880" bIns="13716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800"/>
              </a:spcBef>
              <a:buNone/>
              <a:defRPr sz="1800">
                <a:solidFill>
                  <a:srgbClr val="F7FAFF"/>
                </a:solidFill>
                <a:latin typeface="Aptos"/>
              </a:defRPr>
            </a:lvl1pPr>
          </a:lstStyle>
          <a:p>
            <a:r>
              <a:rPr lang="es-ES" dirty="0"/>
              <a:t>Haz clic para escribir tu texto.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Lista"/>
          <p:cNvSpPr>
            <a:spLocks noGrp="1"/>
          </p:cNvSpPr>
          <p:nvPr>
            <p:ph type="body" idx="12"/>
          </p:nvPr>
        </p:nvSpPr>
        <p:spPr>
          <a:xfrm>
            <a:off x="658368" y="1828800"/>
            <a:ext cx="8229600" cy="3520440"/>
          </a:xfrm>
          <a:prstGeom prst="rect">
            <a:avLst/>
          </a:prstGeom>
          <a:noFill/>
        </p:spPr>
        <p:txBody>
          <a:bodyPr wrap="square" lIns="182880" tIns="137160" rIns="182880" bIns="137160" anchor="t">
            <a:normAutofit/>
          </a:bodyPr>
          <a:lstStyle>
            <a:lvl1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00BCF2"/>
              </a:buClr>
              <a:buFont typeface="Arial"/>
              <a:buChar char="▪"/>
              <a:defRPr sz="1800">
                <a:solidFill>
                  <a:srgbClr val="F7FAFF"/>
                </a:solidFill>
                <a:latin typeface="Aptos"/>
              </a:defRPr>
            </a:lvl1pPr>
          </a:lstStyle>
          <a:p>
            <a:r>
              <a:rPr lang="es-ES" dirty="0"/>
              <a:t>Haz clic para añadir puntos.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Gráfico"/>
          <p:cNvSpPr>
            <a:spLocks noGrp="1"/>
          </p:cNvSpPr>
          <p:nvPr>
            <p:ph type="pic" idx="10"/>
          </p:nvPr>
        </p:nvSpPr>
        <p:spPr>
          <a:xfrm>
            <a:off x="658368" y="1828800"/>
            <a:ext cx="8229600" cy="3520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2000" b="1">
                <a:solidFill>
                  <a:srgbClr val="A2B6CD"/>
                </a:solidFill>
                <a:latin typeface="Aptos Display"/>
              </a:defRPr>
            </a:lvl1pPr>
          </a:lstStyle>
          <a:p>
            <a:r>
              <a:rPr lang="es-ES" dirty="0"/>
              <a:t>GRÁFICO / TABLA / CAPTURA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ext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4">
            <a:extLst>
              <a:ext uri="{FF2B5EF4-FFF2-40B4-BE49-F238E27FC236}">
                <a16:creationId xmlns:a16="http://schemas.microsoft.com/office/drawing/2014/main" id="{E8F2D132-7B0B-CF21-2EEF-5EFD2D83CD3B}"/>
              </a:ext>
            </a:extLst>
          </p:cNvPr>
          <p:cNvSpPr txBox="1"/>
          <p:nvPr userDrawn="1"/>
        </p:nvSpPr>
        <p:spPr>
          <a:xfrm>
            <a:off x="232640" y="6488412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900" name="Texto"/>
          <p:cNvSpPr>
            <a:spLocks noGrp="1"/>
          </p:cNvSpPr>
          <p:nvPr>
            <p:ph type="body" idx="12"/>
          </p:nvPr>
        </p:nvSpPr>
        <p:spPr>
          <a:xfrm>
            <a:off x="658368" y="1828800"/>
            <a:ext cx="3931920" cy="3520440"/>
          </a:xfrm>
          <a:prstGeom prst="rect">
            <a:avLst/>
          </a:prstGeom>
          <a:noFill/>
        </p:spPr>
        <p:txBody>
          <a:bodyPr wrap="square" lIns="182880" tIns="137160" rIns="182880" bIns="137160" anchor="t">
            <a:normAutofit/>
          </a:bodyPr>
          <a:lstStyle>
            <a:lvl1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00BCF2"/>
              </a:buClr>
              <a:buFont typeface="Arial"/>
              <a:buChar char="▪"/>
              <a:defRPr sz="1600">
                <a:solidFill>
                  <a:srgbClr val="F7FAFF"/>
                </a:solidFill>
                <a:latin typeface="Aptos"/>
              </a:defRPr>
            </a:lvl1pPr>
          </a:lstStyle>
          <a:p>
            <a:r>
              <a:rPr lang="es-ES" dirty="0"/>
              <a:t>Haz clic para añadir puntos.</a:t>
            </a:r>
          </a:p>
        </p:txBody>
      </p:sp>
      <p:sp>
        <p:nvSpPr>
          <p:cNvPr id="901" name="Gráfico"/>
          <p:cNvSpPr>
            <a:spLocks noGrp="1"/>
          </p:cNvSpPr>
          <p:nvPr>
            <p:ph type="pic" idx="10"/>
          </p:nvPr>
        </p:nvSpPr>
        <p:spPr>
          <a:xfrm>
            <a:off x="4956048" y="1828800"/>
            <a:ext cx="3931920" cy="3520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600" b="1">
                <a:solidFill>
                  <a:srgbClr val="A2B6CD"/>
                </a:solidFill>
                <a:latin typeface="Aptos Display"/>
              </a:defRPr>
            </a:lvl1pPr>
          </a:lstStyle>
          <a:p>
            <a:r>
              <a:rPr lang="es-ES" dirty="0"/>
              <a:t>GRÁFICO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289D21E-B4B3-C52F-9973-04CB922DF267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Parallelogram 43">
            <a:extLst>
              <a:ext uri="{FF2B5EF4-FFF2-40B4-BE49-F238E27FC236}">
                <a16:creationId xmlns:a16="http://schemas.microsoft.com/office/drawing/2014/main" id="{4D7DBA22-9699-7041-69C2-5A8775EB51B9}"/>
              </a:ext>
            </a:extLst>
          </p:cNvPr>
          <p:cNvSpPr/>
          <p:nvPr userDrawn="1"/>
        </p:nvSpPr>
        <p:spPr>
          <a:xfrm>
            <a:off x="7680960" y="0"/>
            <a:ext cx="3840480" cy="6858000"/>
          </a:xfrm>
          <a:prstGeom prst="parallelogram">
            <a:avLst/>
          </a:prstGeom>
          <a:solidFill>
            <a:srgbClr val="0C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" name="Imagen 6">
            <a:extLst>
              <a:ext uri="{FF2B5EF4-FFF2-40B4-BE49-F238E27FC236}">
                <a16:creationId xmlns:a16="http://schemas.microsoft.com/office/drawing/2014/main" id="{999BB72B-B166-6672-CE10-61595A1FF0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205" name="TopLeftAccent">
            <a:extLst>
              <a:ext uri="{FF2B5EF4-FFF2-40B4-BE49-F238E27FC236}">
                <a16:creationId xmlns:a16="http://schemas.microsoft.com/office/drawing/2014/main" id="{114064C1-B35F-4D31-B768-82D2E08F5905}"/>
              </a:ext>
            </a:extLst>
          </p:cNvPr>
          <p:cNvSpPr/>
          <p:nvPr userDrawn="1"/>
        </p:nvSpPr>
        <p:spPr>
          <a:xfrm>
            <a:off x="0" y="0"/>
            <a:ext cx="2743200" cy="45720"/>
          </a:xfrm>
          <a:prstGeom prst="rect">
            <a:avLst/>
          </a:prstGeom>
          <a:gradFill>
            <a:gsLst>
              <a:gs pos="0">
                <a:srgbClr val="0078D4">
                  <a:alpha val="60000"/>
                </a:srgbClr>
              </a:gs>
              <a:gs pos="100000">
                <a:srgbClr val="0078D4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6" name="DiagAccent">
            <a:extLst>
              <a:ext uri="{FF2B5EF4-FFF2-40B4-BE49-F238E27FC236}">
                <a16:creationId xmlns:a16="http://schemas.microsoft.com/office/drawing/2014/main" id="{A6C4FCA9-A767-AFBF-E85F-23EDC6873859}"/>
              </a:ext>
            </a:extLst>
          </p:cNvPr>
          <p:cNvSpPr/>
          <p:nvPr userDrawn="1"/>
        </p:nvSpPr>
        <p:spPr>
          <a:xfrm>
            <a:off x="10058400" y="0"/>
            <a:ext cx="2133600" cy="2133600"/>
          </a:xfrm>
          <a:prstGeom prst="rtTriangle">
            <a:avLst/>
          </a:prstGeom>
          <a:solidFill>
            <a:srgbClr val="0078D4">
              <a:alpha val="5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2" name="BottomAccent">
            <a:extLst>
              <a:ext uri="{FF2B5EF4-FFF2-40B4-BE49-F238E27FC236}">
                <a16:creationId xmlns:a16="http://schemas.microsoft.com/office/drawing/2014/main" id="{53258E6A-1B12-D785-4E32-21B294E82CDE}"/>
              </a:ext>
            </a:extLst>
          </p:cNvPr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F25022"/>
              </a:gs>
              <a:gs pos="25000">
                <a:srgbClr val="7FBA00"/>
              </a:gs>
              <a:gs pos="50000">
                <a:srgbClr val="0078D4"/>
              </a:gs>
              <a:gs pos="75000">
                <a:srgbClr val="FFB900"/>
              </a:gs>
              <a:gs pos="100000">
                <a:srgbClr val="8661C5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4" name="MSSquare0">
            <a:extLst>
              <a:ext uri="{FF2B5EF4-FFF2-40B4-BE49-F238E27FC236}">
                <a16:creationId xmlns:a16="http://schemas.microsoft.com/office/drawing/2014/main" id="{7727CFB3-AD45-323D-FB1A-793DD6BF12D0}"/>
              </a:ext>
            </a:extLst>
          </p:cNvPr>
          <p:cNvSpPr/>
          <p:nvPr userDrawn="1"/>
        </p:nvSpPr>
        <p:spPr>
          <a:xfrm>
            <a:off x="11780100" y="6400800"/>
            <a:ext cx="91440" cy="91440"/>
          </a:xfrm>
          <a:prstGeom prst="rect">
            <a:avLst/>
          </a:prstGeom>
          <a:solidFill>
            <a:srgbClr val="F25022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6" name="MSSquare1">
            <a:extLst>
              <a:ext uri="{FF2B5EF4-FFF2-40B4-BE49-F238E27FC236}">
                <a16:creationId xmlns:a16="http://schemas.microsoft.com/office/drawing/2014/main" id="{79D37322-D93B-F693-B7F4-D715102BC920}"/>
              </a:ext>
            </a:extLst>
          </p:cNvPr>
          <p:cNvSpPr/>
          <p:nvPr userDrawn="1"/>
        </p:nvSpPr>
        <p:spPr>
          <a:xfrm>
            <a:off x="11889828" y="6400800"/>
            <a:ext cx="91440" cy="91440"/>
          </a:xfrm>
          <a:prstGeom prst="rect">
            <a:avLst/>
          </a:prstGeom>
          <a:solidFill>
            <a:srgbClr val="7FBA00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8" name="MSSquare2">
            <a:extLst>
              <a:ext uri="{FF2B5EF4-FFF2-40B4-BE49-F238E27FC236}">
                <a16:creationId xmlns:a16="http://schemas.microsoft.com/office/drawing/2014/main" id="{FE483EA8-45F8-3023-9478-6D2D2C5251E3}"/>
              </a:ext>
            </a:extLst>
          </p:cNvPr>
          <p:cNvSpPr/>
          <p:nvPr userDrawn="1"/>
        </p:nvSpPr>
        <p:spPr>
          <a:xfrm>
            <a:off x="11780100" y="6510528"/>
            <a:ext cx="91440" cy="91440"/>
          </a:xfrm>
          <a:prstGeom prst="rect">
            <a:avLst/>
          </a:prstGeom>
          <a:solidFill>
            <a:srgbClr val="0078D4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0" name="MSSquare3">
            <a:extLst>
              <a:ext uri="{FF2B5EF4-FFF2-40B4-BE49-F238E27FC236}">
                <a16:creationId xmlns:a16="http://schemas.microsoft.com/office/drawing/2014/main" id="{BCFAEA9C-113C-D023-2AF6-F921E39F5E94}"/>
              </a:ext>
            </a:extLst>
          </p:cNvPr>
          <p:cNvSpPr/>
          <p:nvPr userDrawn="1"/>
        </p:nvSpPr>
        <p:spPr>
          <a:xfrm>
            <a:off x="11889828" y="6510528"/>
            <a:ext cx="91440" cy="91440"/>
          </a:xfrm>
          <a:prstGeom prst="rect">
            <a:avLst/>
          </a:prstGeom>
          <a:solidFill>
            <a:srgbClr val="FFB900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rallelogram 43"/>
          <p:cNvSpPr/>
          <p:nvPr/>
        </p:nvSpPr>
        <p:spPr>
          <a:xfrm>
            <a:off x="7680960" y="0"/>
            <a:ext cx="3840480" cy="6858000"/>
          </a:xfrm>
          <a:prstGeom prst="parallelogram">
            <a:avLst/>
          </a:prstGeom>
          <a:solidFill>
            <a:srgbClr val="0C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FBA00"/>
                </a:solidFill>
                <a:latin typeface="Aptos"/>
              </a:rPr>
              <a:t>MICROSOFT SPEAKERS HUB EN ESPAÑOL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1078992"/>
            <a:ext cx="6217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 dirty="0">
                <a:solidFill>
                  <a:srgbClr val="F7FAFF"/>
                </a:solidFill>
                <a:latin typeface="Aptos Display"/>
              </a:rPr>
              <a:t>AI
VIRTUAL DAYS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290779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CF2"/>
                </a:solidFill>
                <a:latin typeface="Aptos Display"/>
              </a:rPr>
              <a:t>2026 EDITION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401568"/>
            <a:ext cx="2834640" cy="822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3730752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F7FAFF"/>
                </a:solidFill>
                <a:latin typeface="Aptos Display"/>
              </a:rPr>
              <a:t>Una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plantilla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que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se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sienta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como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evento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:
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menos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corporativa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,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más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IA, </a:t>
            </a:r>
            <a:r>
              <a:rPr sz="2100" b="1" dirty="0" err="1">
                <a:solidFill>
                  <a:srgbClr val="F7FAFF"/>
                </a:solidFill>
                <a:latin typeface="Aptos Display"/>
              </a:rPr>
              <a:t>más</a:t>
            </a:r>
            <a:r>
              <a:rPr sz="2100" b="1" dirty="0">
                <a:solidFill>
                  <a:srgbClr val="F7FAFF"/>
                </a:solidFill>
                <a:latin typeface="Aptos Display"/>
              </a:rPr>
              <a:t> especial.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07492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TÍTULO DE LA SESIÓN · NOMBRE SPEAKER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92440" y="4663440"/>
            <a:ext cx="146304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458200" y="49834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421624" y="4434840"/>
            <a:ext cx="146304" cy="146304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750808" y="5148072"/>
            <a:ext cx="64008" cy="640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750808" y="4206240"/>
            <a:ext cx="146304" cy="146304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043416" y="49834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079992" y="4663440"/>
            <a:ext cx="146304" cy="14630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336024" y="5148072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409176" y="4434840"/>
            <a:ext cx="146304" cy="146304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628632" y="49834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738359" y="4206240"/>
            <a:ext cx="146304" cy="1463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921240" y="5148072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067544" y="4663440"/>
            <a:ext cx="146304" cy="146304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213848" y="49834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1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43" name="CHROME_dot0">
            <a:extLst>
              <a:ext uri="{FF2B5EF4-FFF2-40B4-BE49-F238E27FC236}">
                <a16:creationId xmlns:a16="http://schemas.microsoft.com/office/drawing/2014/main" id="{75FDBE46-D031-48CC-AE7D-50DA3454812F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1">
            <a:extLst>
              <a:ext uri="{FF2B5EF4-FFF2-40B4-BE49-F238E27FC236}">
                <a16:creationId xmlns:a16="http://schemas.microsoft.com/office/drawing/2014/main" id="{67269ADE-F443-44CD-91D5-551F3FE7E71B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2">
            <a:extLst>
              <a:ext uri="{FF2B5EF4-FFF2-40B4-BE49-F238E27FC236}">
                <a16:creationId xmlns:a16="http://schemas.microsoft.com/office/drawing/2014/main" id="{D5BDC7CC-0ABE-44FC-9A17-380F58828784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9" name="CHROME_dot3">
            <a:extLst>
              <a:ext uri="{FF2B5EF4-FFF2-40B4-BE49-F238E27FC236}">
                <a16:creationId xmlns:a16="http://schemas.microsoft.com/office/drawing/2014/main" id="{B06BDD3B-6CF6-40FD-A120-6799EF6A78D7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path">
            <a:extLst>
              <a:ext uri="{FF2B5EF4-FFF2-40B4-BE49-F238E27FC236}">
                <a16:creationId xmlns:a16="http://schemas.microsoft.com/office/drawing/2014/main" id="{F2D0ACE4-7DBD-446B-8975-3574534F35F8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91" name="CHROME_caret">
            <a:extLst>
              <a:ext uri="{FF2B5EF4-FFF2-40B4-BE49-F238E27FC236}">
                <a16:creationId xmlns:a16="http://schemas.microsoft.com/office/drawing/2014/main" id="{35A36D00-A19D-4BEA-AD02-0420AD10FE3D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0">
            <a:extLst>
              <a:ext uri="{FF2B5EF4-FFF2-40B4-BE49-F238E27FC236}">
                <a16:creationId xmlns:a16="http://schemas.microsoft.com/office/drawing/2014/main" id="{9B524A2C-A099-4B06-B0B8-04F2FCD9C910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1">
            <a:extLst>
              <a:ext uri="{FF2B5EF4-FFF2-40B4-BE49-F238E27FC236}">
                <a16:creationId xmlns:a16="http://schemas.microsoft.com/office/drawing/2014/main" id="{6425F1AA-62B4-4FAB-B05A-B0E805862F4E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rule2">
            <a:extLst>
              <a:ext uri="{FF2B5EF4-FFF2-40B4-BE49-F238E27FC236}">
                <a16:creationId xmlns:a16="http://schemas.microsoft.com/office/drawing/2014/main" id="{3AD93B58-D62B-4C7C-83DB-A767F21BE394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5" name="CHROME_rule3">
            <a:extLst>
              <a:ext uri="{FF2B5EF4-FFF2-40B4-BE49-F238E27FC236}">
                <a16:creationId xmlns:a16="http://schemas.microsoft.com/office/drawing/2014/main" id="{0AAE9573-33D7-4A2D-A621-1DFDE5A8BB5E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6" name="CHROME_gutter0">
            <a:extLst>
              <a:ext uri="{FF2B5EF4-FFF2-40B4-BE49-F238E27FC236}">
                <a16:creationId xmlns:a16="http://schemas.microsoft.com/office/drawing/2014/main" id="{2B3F2950-A0E8-4E32-97F5-4BFAAC9F0F87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7" name="CHROME_gutter1">
            <a:extLst>
              <a:ext uri="{FF2B5EF4-FFF2-40B4-BE49-F238E27FC236}">
                <a16:creationId xmlns:a16="http://schemas.microsoft.com/office/drawing/2014/main" id="{C1AD74AB-A8DC-4650-8BBA-674EFF774A2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8" name="CHROME_gutter2">
            <a:extLst>
              <a:ext uri="{FF2B5EF4-FFF2-40B4-BE49-F238E27FC236}">
                <a16:creationId xmlns:a16="http://schemas.microsoft.com/office/drawing/2014/main" id="{235A4A1F-3DFE-456F-BB8C-62EE238CD987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9" name="CHROME_gutter3">
            <a:extLst>
              <a:ext uri="{FF2B5EF4-FFF2-40B4-BE49-F238E27FC236}">
                <a16:creationId xmlns:a16="http://schemas.microsoft.com/office/drawing/2014/main" id="{281C7BAD-F405-4B3E-BF1D-B5726EA8CA97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100" name="CHROME_gutter4">
            <a:extLst>
              <a:ext uri="{FF2B5EF4-FFF2-40B4-BE49-F238E27FC236}">
                <a16:creationId xmlns:a16="http://schemas.microsoft.com/office/drawing/2014/main" id="{786F098C-DB3E-46A6-83CE-C5D3FD003D86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101" name="CHROME_gutter5">
            <a:extLst>
              <a:ext uri="{FF2B5EF4-FFF2-40B4-BE49-F238E27FC236}">
                <a16:creationId xmlns:a16="http://schemas.microsoft.com/office/drawing/2014/main" id="{3F62F555-59EC-42B5-970C-F6C6336D2636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2" name="CHROME_gutter6">
            <a:extLst>
              <a:ext uri="{FF2B5EF4-FFF2-40B4-BE49-F238E27FC236}">
                <a16:creationId xmlns:a16="http://schemas.microsoft.com/office/drawing/2014/main" id="{3F7BE024-5F09-40FA-921D-A9BF58A435AB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3" name="CHROME_gutter7">
            <a:extLst>
              <a:ext uri="{FF2B5EF4-FFF2-40B4-BE49-F238E27FC236}">
                <a16:creationId xmlns:a16="http://schemas.microsoft.com/office/drawing/2014/main" id="{56747DB4-3505-495D-8EBA-3D413C68307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4" name="CHROME_telemetry">
            <a:extLst>
              <a:ext uri="{FF2B5EF4-FFF2-40B4-BE49-F238E27FC236}">
                <a16:creationId xmlns:a16="http://schemas.microsoft.com/office/drawing/2014/main" id="{EFFD2241-5DFE-4A4A-B61F-7ED2672BC901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0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728" y="1567738"/>
            <a:ext cx="256032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0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SPEAKER / 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El ponente también es parte del diseño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Más visual y con personalidad de evento.</a:t>
            </a:r>
          </a:p>
        </p:txBody>
      </p:sp>
      <p:sp>
        <p:nvSpPr>
          <p:cNvPr id="201" name="Marco Foto Speaker"/>
          <p:cNvSpPr/>
          <p:nvPr/>
        </p:nvSpPr>
        <p:spPr>
          <a:xfrm>
            <a:off x="658368" y="1828800"/>
            <a:ext cx="2971800" cy="3520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Foto Speaker"/>
          <p:cNvSpPr>
            <a:spLocks noGrp="1"/>
          </p:cNvSpPr>
          <p:nvPr>
            <p:ph type="pic" idx="10"/>
          </p:nvPr>
        </p:nvSpPr>
        <p:spPr>
          <a:xfrm>
            <a:off x="660400" y="1836928"/>
            <a:ext cx="2971800" cy="3520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800" b="1">
                <a:solidFill>
                  <a:srgbClr val="A2B6CD"/>
                </a:solidFill>
                <a:latin typeface="Aptos Display"/>
              </a:defRPr>
            </a:lvl1pPr>
          </a:lstStyle>
          <a:p>
            <a:endParaRPr lang="es-ES" dirty="0"/>
          </a:p>
        </p:txBody>
      </p:sp>
      <p:cxnSp>
        <p:nvCxnSpPr>
          <p:cNvPr id="49" name="Connector 48"/>
          <p:cNvCxnSpPr/>
          <p:nvPr/>
        </p:nvCxnSpPr>
        <p:spPr>
          <a:xfrm>
            <a:off x="65836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583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46557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6301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583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8368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465576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301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160520" y="193852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7FAFF"/>
                </a:solidFill>
                <a:latin typeface="Aptos Display"/>
              </a:rPr>
              <a:t>NOMBRE APELLIDOS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7952" y="248716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BA00"/>
                </a:solidFill>
                <a:latin typeface="Aptos Display"/>
              </a:rPr>
              <a:t>Rol · Empresa · Comunidad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60520" y="2980944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60520" y="2980944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020"/>
                </a:solidFill>
                <a:latin typeface="Aptos"/>
              </a:rPr>
              <a:t>AI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39512" y="2980944"/>
            <a:ext cx="1005840" cy="310896"/>
          </a:xfrm>
          <a:prstGeom prst="round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39512" y="2980944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020"/>
                </a:solidFill>
                <a:latin typeface="Aptos"/>
              </a:rPr>
              <a:t>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18504" y="2980944"/>
            <a:ext cx="1005840" cy="310896"/>
          </a:xfrm>
          <a:prstGeom prst="round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18504" y="2980944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020"/>
                </a:solidFill>
                <a:latin typeface="Aptos"/>
              </a:rPr>
              <a:t>CLOUD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97496" y="2980944"/>
            <a:ext cx="1005840" cy="310896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97496" y="2980944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020"/>
                </a:solidFill>
                <a:latin typeface="Aptos"/>
              </a:rPr>
              <a:t>AGENTS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60520" y="3657600"/>
            <a:ext cx="6217920" cy="14630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4160520" y="365760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160520" y="365760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213848" y="365760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378440" y="365760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160520" y="495604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160520" y="512064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213848" y="512064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378440" y="495604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407408" y="3913632"/>
            <a:ext cx="5669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7FAFF"/>
                </a:solidFill>
                <a:latin typeface="Aptos Display"/>
              </a:rPr>
              <a:t>“Una frase corta con algo de visión o autoridad.
No solo quién eres, sino por qué merece la pena escucharte.”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2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0269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SPEAKERS / 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Dos ponentes, una sesión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Formato para sesiones con dos speakers.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Marco Foto Speaker 10"/>
          <p:cNvSpPr/>
          <p:nvPr/>
        </p:nvSpPr>
        <p:spPr>
          <a:xfrm>
            <a:off x="1298448" y="1828800"/>
            <a:ext cx="2377440" cy="2377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1" name="Connector 301"/>
          <p:cNvCxnSpPr/>
          <p:nvPr/>
        </p:nvCxnSpPr>
        <p:spPr>
          <a:xfrm>
            <a:off x="129844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2"/>
          <p:cNvCxnSpPr/>
          <p:nvPr/>
        </p:nvCxnSpPr>
        <p:spPr>
          <a:xfrm>
            <a:off x="129844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3"/>
          <p:cNvCxnSpPr/>
          <p:nvPr/>
        </p:nvCxnSpPr>
        <p:spPr>
          <a:xfrm>
            <a:off x="351129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4"/>
          <p:cNvCxnSpPr/>
          <p:nvPr/>
        </p:nvCxnSpPr>
        <p:spPr>
          <a:xfrm>
            <a:off x="367588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5"/>
          <p:cNvCxnSpPr/>
          <p:nvPr/>
        </p:nvCxnSpPr>
        <p:spPr>
          <a:xfrm>
            <a:off x="1298448" y="4041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6"/>
          <p:cNvCxnSpPr/>
          <p:nvPr/>
        </p:nvCxnSpPr>
        <p:spPr>
          <a:xfrm>
            <a:off x="1298448" y="4206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7"/>
          <p:cNvCxnSpPr/>
          <p:nvPr/>
        </p:nvCxnSpPr>
        <p:spPr>
          <a:xfrm>
            <a:off x="3511296" y="4206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8"/>
          <p:cNvCxnSpPr/>
          <p:nvPr/>
        </p:nvCxnSpPr>
        <p:spPr>
          <a:xfrm>
            <a:off x="3675888" y="4041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Foto Speaker 10"/>
          <p:cNvSpPr>
            <a:spLocks noGrp="1"/>
          </p:cNvSpPr>
          <p:nvPr>
            <p:ph type="pic" idx="10"/>
          </p:nvPr>
        </p:nvSpPr>
        <p:spPr>
          <a:xfrm>
            <a:off x="1298448" y="1837944"/>
            <a:ext cx="2377440" cy="2377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400" b="1">
                <a:solidFill>
                  <a:srgbClr val="A2B6CD"/>
                </a:solidFill>
                <a:latin typeface="Aptos Display"/>
              </a:defRPr>
            </a:lvl1pPr>
          </a:lstStyle>
          <a:p>
            <a:endParaRPr lang="es-ES" dirty="0"/>
          </a:p>
        </p:txBody>
      </p:sp>
      <p:sp>
        <p:nvSpPr>
          <p:cNvPr id="310" name="Nombre 310"/>
          <p:cNvSpPr txBox="1"/>
          <p:nvPr/>
        </p:nvSpPr>
        <p:spPr>
          <a:xfrm>
            <a:off x="658368" y="43891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2000" b="1" dirty="0">
                <a:solidFill>
                  <a:srgbClr val="F7FAFF"/>
                </a:solidFill>
                <a:latin typeface="Aptos Display"/>
              </a:rPr>
              <a:t>NOMBRE APELLIDOS</a:t>
            </a:r>
          </a:p>
        </p:txBody>
      </p:sp>
      <p:sp>
        <p:nvSpPr>
          <p:cNvPr id="311" name="Rol 311"/>
          <p:cNvSpPr txBox="1"/>
          <p:nvPr/>
        </p:nvSpPr>
        <p:spPr>
          <a:xfrm>
            <a:off x="658368" y="484632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200" b="1" dirty="0">
                <a:solidFill>
                  <a:srgbClr val="7FBA00"/>
                </a:solidFill>
                <a:latin typeface="Aptos Display"/>
              </a:rPr>
              <a:t>Rol · Empresa · Comunidad</a:t>
            </a:r>
          </a:p>
        </p:txBody>
      </p:sp>
      <p:sp>
        <p:nvSpPr>
          <p:cNvPr id="312" name="Chip 312"/>
          <p:cNvSpPr/>
          <p:nvPr/>
        </p:nvSpPr>
        <p:spPr>
          <a:xfrm>
            <a:off x="1444752" y="5303520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ChipTxt 313"/>
          <p:cNvSpPr txBox="1"/>
          <p:nvPr/>
        </p:nvSpPr>
        <p:spPr>
          <a:xfrm>
            <a:off x="1444752" y="5303520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dirty="0">
                <a:solidFill>
                  <a:srgbClr val="051020"/>
                </a:solidFill>
                <a:latin typeface="Aptos"/>
              </a:rPr>
              <a:t>AI</a:t>
            </a:r>
          </a:p>
        </p:txBody>
      </p:sp>
      <p:sp>
        <p:nvSpPr>
          <p:cNvPr id="314" name="Chip 314"/>
          <p:cNvSpPr/>
          <p:nvPr/>
        </p:nvSpPr>
        <p:spPr>
          <a:xfrm>
            <a:off x="2523744" y="5303520"/>
            <a:ext cx="1005840" cy="310896"/>
          </a:xfrm>
          <a:prstGeom prst="round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ChipTxt 315"/>
          <p:cNvSpPr txBox="1"/>
          <p:nvPr/>
        </p:nvSpPr>
        <p:spPr>
          <a:xfrm>
            <a:off x="2523744" y="5303520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dirty="0">
                <a:solidFill>
                  <a:srgbClr val="051020"/>
                </a:solidFill>
                <a:latin typeface="Aptos"/>
              </a:rPr>
              <a:t>DATA</a:t>
            </a:r>
          </a:p>
        </p:txBody>
      </p:sp>
      <p:sp>
        <p:nvSpPr>
          <p:cNvPr id="316" name="Marco Foto Speaker 11"/>
          <p:cNvSpPr/>
          <p:nvPr/>
        </p:nvSpPr>
        <p:spPr>
          <a:xfrm>
            <a:off x="5577840" y="1828800"/>
            <a:ext cx="2377440" cy="2377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7" name="Connector 317"/>
          <p:cNvCxnSpPr/>
          <p:nvPr/>
        </p:nvCxnSpPr>
        <p:spPr>
          <a:xfrm>
            <a:off x="5577840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8"/>
          <p:cNvCxnSpPr/>
          <p:nvPr/>
        </p:nvCxnSpPr>
        <p:spPr>
          <a:xfrm>
            <a:off x="5577840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9"/>
          <p:cNvCxnSpPr/>
          <p:nvPr/>
        </p:nvCxnSpPr>
        <p:spPr>
          <a:xfrm>
            <a:off x="779068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20"/>
          <p:cNvCxnSpPr/>
          <p:nvPr/>
        </p:nvCxnSpPr>
        <p:spPr>
          <a:xfrm>
            <a:off x="7955280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1"/>
          <p:cNvCxnSpPr/>
          <p:nvPr/>
        </p:nvCxnSpPr>
        <p:spPr>
          <a:xfrm>
            <a:off x="5577840" y="4041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2"/>
          <p:cNvCxnSpPr/>
          <p:nvPr/>
        </p:nvCxnSpPr>
        <p:spPr>
          <a:xfrm>
            <a:off x="5577840" y="4206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3"/>
          <p:cNvCxnSpPr/>
          <p:nvPr/>
        </p:nvCxnSpPr>
        <p:spPr>
          <a:xfrm>
            <a:off x="7790688" y="4206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4"/>
          <p:cNvCxnSpPr/>
          <p:nvPr/>
        </p:nvCxnSpPr>
        <p:spPr>
          <a:xfrm>
            <a:off x="7955280" y="4041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Foto Speaker 11"/>
          <p:cNvSpPr>
            <a:spLocks noGrp="1"/>
          </p:cNvSpPr>
          <p:nvPr>
            <p:ph type="pic" idx="11"/>
          </p:nvPr>
        </p:nvSpPr>
        <p:spPr>
          <a:xfrm>
            <a:off x="5577839" y="1828800"/>
            <a:ext cx="2377440" cy="2377440"/>
          </a:xfrm>
          <a:prstGeom prst="roundRect">
            <a:avLst>
              <a:gd name="adj" fmla="val 17735"/>
            </a:avLst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400" b="1">
                <a:solidFill>
                  <a:srgbClr val="A2B6CD"/>
                </a:solidFill>
                <a:latin typeface="Aptos Display"/>
              </a:defRPr>
            </a:lvl1pPr>
          </a:lstStyle>
          <a:p>
            <a:endParaRPr lang="es-ES" dirty="0"/>
          </a:p>
        </p:txBody>
      </p:sp>
      <p:sp>
        <p:nvSpPr>
          <p:cNvPr id="326" name="Nombre 326"/>
          <p:cNvSpPr txBox="1"/>
          <p:nvPr/>
        </p:nvSpPr>
        <p:spPr>
          <a:xfrm>
            <a:off x="4937760" y="43891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2000" b="1" dirty="0">
                <a:solidFill>
                  <a:srgbClr val="F7FAFF"/>
                </a:solidFill>
                <a:latin typeface="Aptos Display"/>
              </a:rPr>
              <a:t>NOMBRE APELLIDOS</a:t>
            </a:r>
          </a:p>
        </p:txBody>
      </p:sp>
      <p:sp>
        <p:nvSpPr>
          <p:cNvPr id="327" name="Rol 327"/>
          <p:cNvSpPr txBox="1"/>
          <p:nvPr/>
        </p:nvSpPr>
        <p:spPr>
          <a:xfrm>
            <a:off x="4937760" y="484632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200" b="1" dirty="0">
                <a:solidFill>
                  <a:srgbClr val="7FBA00"/>
                </a:solidFill>
                <a:latin typeface="Aptos Display"/>
              </a:rPr>
              <a:t>Rol · Empresa · Comunidad</a:t>
            </a:r>
          </a:p>
        </p:txBody>
      </p:sp>
      <p:sp>
        <p:nvSpPr>
          <p:cNvPr id="328" name="Chip 328"/>
          <p:cNvSpPr/>
          <p:nvPr/>
        </p:nvSpPr>
        <p:spPr>
          <a:xfrm>
            <a:off x="5724144" y="5303520"/>
            <a:ext cx="1005840" cy="310896"/>
          </a:xfrm>
          <a:prstGeom prst="round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ChipTxt 329"/>
          <p:cNvSpPr txBox="1"/>
          <p:nvPr/>
        </p:nvSpPr>
        <p:spPr>
          <a:xfrm>
            <a:off x="5724144" y="5303520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dirty="0">
                <a:solidFill>
                  <a:srgbClr val="051020"/>
                </a:solidFill>
                <a:latin typeface="Aptos"/>
              </a:rPr>
              <a:t>CLOUD</a:t>
            </a:r>
          </a:p>
        </p:txBody>
      </p:sp>
      <p:sp>
        <p:nvSpPr>
          <p:cNvPr id="330" name="Chip 330"/>
          <p:cNvSpPr/>
          <p:nvPr/>
        </p:nvSpPr>
        <p:spPr>
          <a:xfrm>
            <a:off x="6803136" y="5303520"/>
            <a:ext cx="1005840" cy="310896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ChipTxt 331"/>
          <p:cNvSpPr txBox="1"/>
          <p:nvPr/>
        </p:nvSpPr>
        <p:spPr>
          <a:xfrm>
            <a:off x="6803136" y="5303520"/>
            <a:ext cx="1005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dirty="0">
                <a:solidFill>
                  <a:srgbClr val="051020"/>
                </a:solidFill>
                <a:latin typeface="Aptos"/>
              </a:rPr>
              <a:t>AGENTS</a:t>
            </a:r>
          </a:p>
        </p:txBody>
      </p:sp>
      <p:pic>
        <p:nvPicPr>
          <p:cNvPr id="716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SPONSORS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Gracias a nuestros sponsors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Con el apoyo de quienes hacen posible AI Virtual Days 2026.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  <p:sp>
        <p:nvSpPr>
          <p:cNvPr id="718" name="Rounded Rectangle 717"/>
          <p:cNvSpPr/>
          <p:nvPr/>
        </p:nvSpPr>
        <p:spPr>
          <a:xfrm>
            <a:off x="658368" y="22402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1A3961"/>
          </a:solidFill>
          <a:ln w="19050">
            <a:solidFill>
              <a:srgbClr val="00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9" name="Picture 718" descr="adv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7" y="3286440"/>
            <a:ext cx="2011680" cy="285120"/>
          </a:xfrm>
          <a:prstGeom prst="rect">
            <a:avLst/>
          </a:prstGeom>
        </p:spPr>
      </p:pic>
      <p:sp>
        <p:nvSpPr>
          <p:cNvPr id="720" name="Rounded Rectangle 719"/>
          <p:cNvSpPr/>
          <p:nvPr/>
        </p:nvSpPr>
        <p:spPr>
          <a:xfrm>
            <a:off x="3493007" y="22402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1A3961"/>
          </a:solidFill>
          <a:ln w="19050">
            <a:solidFill>
              <a:srgbClr val="00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1" name="Picture 720" descr="ju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7" y="3152626"/>
            <a:ext cx="2011680" cy="552746"/>
          </a:xfrm>
          <a:prstGeom prst="rect">
            <a:avLst/>
          </a:prstGeom>
        </p:spPr>
      </p:pic>
      <p:sp>
        <p:nvSpPr>
          <p:cNvPr id="722" name="Rounded Rectangle 721"/>
          <p:cNvSpPr/>
          <p:nvPr/>
        </p:nvSpPr>
        <p:spPr>
          <a:xfrm>
            <a:off x="6327647" y="22402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1A3961"/>
          </a:solidFill>
          <a:ln w="19050">
            <a:solidFill>
              <a:srgbClr val="00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3" name="Picture 722" descr="tajam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7" y="3180243"/>
            <a:ext cx="2011680" cy="497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D2EE-EB67-78F0-045E-066672A1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6BF1D1-F041-73AD-0BB4-AAF26B336389}"/>
              </a:ext>
            </a:extLst>
          </p:cNvPr>
          <p:cNvSpPr/>
          <p:nvPr/>
        </p:nvSpPr>
        <p:spPr>
          <a:xfrm>
            <a:off x="502920" y="6510528"/>
            <a:ext cx="73152" cy="73152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094146F-A6D7-F609-9AC8-6D283D77D5EE}"/>
              </a:ext>
            </a:extLst>
          </p:cNvPr>
          <p:cNvSpPr/>
          <p:nvPr/>
        </p:nvSpPr>
        <p:spPr>
          <a:xfrm>
            <a:off x="658368" y="6510528"/>
            <a:ext cx="73152" cy="73152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EE1EE0C-F379-77EF-EE67-316E886C0CA5}"/>
              </a:ext>
            </a:extLst>
          </p:cNvPr>
          <p:cNvSpPr/>
          <p:nvPr/>
        </p:nvSpPr>
        <p:spPr>
          <a:xfrm>
            <a:off x="813816" y="6510528"/>
            <a:ext cx="731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A8C7C4C-4487-E588-A102-5D894E447F25}"/>
              </a:ext>
            </a:extLst>
          </p:cNvPr>
          <p:cNvSpPr/>
          <p:nvPr/>
        </p:nvSpPr>
        <p:spPr>
          <a:xfrm>
            <a:off x="969264" y="6510528"/>
            <a:ext cx="731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8437171-B33D-39F4-754A-94222DED371E}"/>
              </a:ext>
            </a:extLst>
          </p:cNvPr>
          <p:cNvSpPr txBox="1"/>
          <p:nvPr/>
        </p:nvSpPr>
        <p:spPr>
          <a:xfrm>
            <a:off x="594360" y="913170"/>
            <a:ext cx="996696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100" b="1" dirty="0" err="1">
                <a:solidFill>
                  <a:srgbClr val="F8FBFF"/>
                </a:solidFill>
                <a:latin typeface="Aptos Display"/>
              </a:rPr>
              <a:t>Indice</a:t>
            </a:r>
            <a:endParaRPr sz="3100" b="1" dirty="0">
              <a:solidFill>
                <a:srgbClr val="F8FBFF"/>
              </a:solidFill>
              <a:latin typeface="Aptos Display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ECC3F003-7DA2-0F9D-CC75-0EE855CDEDF0}"/>
              </a:ext>
            </a:extLst>
          </p:cNvPr>
          <p:cNvSpPr txBox="1"/>
          <p:nvPr/>
        </p:nvSpPr>
        <p:spPr>
          <a:xfrm>
            <a:off x="685800" y="18288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 Display"/>
              </a:rPr>
              <a:t>01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63037766-CA59-C1D8-5EF9-63BDA1F860F6}"/>
              </a:ext>
            </a:extLst>
          </p:cNvPr>
          <p:cNvSpPr/>
          <p:nvPr/>
        </p:nvSpPr>
        <p:spPr>
          <a:xfrm>
            <a:off x="1298448" y="1783080"/>
            <a:ext cx="9052560" cy="566928"/>
          </a:xfrm>
          <a:prstGeom prst="roundRect">
            <a:avLst/>
          </a:prstGeom>
          <a:solidFill>
            <a:srgbClr val="0C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7AFFBA3-1F86-CDCC-5DB6-8FF6926DA5E8}"/>
              </a:ext>
            </a:extLst>
          </p:cNvPr>
          <p:cNvSpPr txBox="1"/>
          <p:nvPr/>
        </p:nvSpPr>
        <p:spPr>
          <a:xfrm>
            <a:off x="1554480" y="1872957"/>
            <a:ext cx="1828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500" b="1" dirty="0" err="1">
                <a:solidFill>
                  <a:srgbClr val="F8FBFF"/>
                </a:solidFill>
                <a:latin typeface="Aptos Display"/>
              </a:rPr>
              <a:t>Indice</a:t>
            </a:r>
            <a:r>
              <a:rPr lang="es-ES" sz="1500" b="1" dirty="0">
                <a:solidFill>
                  <a:srgbClr val="F8FBFF"/>
                </a:solidFill>
                <a:latin typeface="Aptos Display"/>
              </a:rPr>
              <a:t> 1</a:t>
            </a:r>
            <a:endParaRPr sz="1500" b="1" dirty="0">
              <a:solidFill>
                <a:srgbClr val="F8FBFF"/>
              </a:solidFill>
              <a:latin typeface="Aptos Display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36AE1744-D323-D3E0-0766-32D0905A823B}"/>
              </a:ext>
            </a:extLst>
          </p:cNvPr>
          <p:cNvSpPr txBox="1"/>
          <p:nvPr/>
        </p:nvSpPr>
        <p:spPr>
          <a:xfrm>
            <a:off x="3657600" y="1828800"/>
            <a:ext cx="6126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 err="1">
                <a:solidFill>
                  <a:srgbClr val="A0B4CB"/>
                </a:solidFill>
                <a:latin typeface="Aptos Display"/>
              </a:rPr>
              <a:t>Qué</a:t>
            </a:r>
            <a:r>
              <a:rPr sz="1400" b="0" dirty="0">
                <a:solidFill>
                  <a:srgbClr val="A0B4CB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A0B4CB"/>
                </a:solidFill>
                <a:latin typeface="Aptos Display"/>
              </a:rPr>
              <a:t>queremos</a:t>
            </a:r>
            <a:r>
              <a:rPr sz="1400" b="0" dirty="0">
                <a:solidFill>
                  <a:srgbClr val="A0B4CB"/>
                </a:solidFill>
                <a:latin typeface="Aptos Display"/>
              </a:rPr>
              <a:t> resolver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69A3F32B-10BB-030D-B6C9-69936C470754}"/>
              </a:ext>
            </a:extLst>
          </p:cNvPr>
          <p:cNvSpPr/>
          <p:nvPr/>
        </p:nvSpPr>
        <p:spPr>
          <a:xfrm>
            <a:off x="10104120" y="1938528"/>
            <a:ext cx="109728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77E7864E-F22E-A99A-98AA-A26BF600AA08}"/>
              </a:ext>
            </a:extLst>
          </p:cNvPr>
          <p:cNvSpPr txBox="1"/>
          <p:nvPr/>
        </p:nvSpPr>
        <p:spPr>
          <a:xfrm>
            <a:off x="685800" y="26974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BCF2"/>
                </a:solidFill>
                <a:latin typeface="Aptos Display"/>
              </a:rPr>
              <a:t>02</a:t>
            </a:r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FE6F4699-96BD-F4DC-2476-B1283FEA7304}"/>
              </a:ext>
            </a:extLst>
          </p:cNvPr>
          <p:cNvSpPr/>
          <p:nvPr/>
        </p:nvSpPr>
        <p:spPr>
          <a:xfrm>
            <a:off x="1298448" y="2651760"/>
            <a:ext cx="9052560" cy="566928"/>
          </a:xfrm>
          <a:prstGeom prst="roundRect">
            <a:avLst/>
          </a:prstGeom>
          <a:solidFill>
            <a:srgbClr val="0C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BC0E5AC1-CA94-97D8-75D7-A1D6C36CEDF3}"/>
              </a:ext>
            </a:extLst>
          </p:cNvPr>
          <p:cNvSpPr txBox="1"/>
          <p:nvPr/>
        </p:nvSpPr>
        <p:spPr>
          <a:xfrm>
            <a:off x="1554480" y="2741637"/>
            <a:ext cx="1828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1500" b="1" dirty="0" err="1">
                <a:solidFill>
                  <a:srgbClr val="F8FBFF"/>
                </a:solidFill>
                <a:latin typeface="Aptos Display"/>
              </a:rPr>
              <a:t>Indice</a:t>
            </a:r>
            <a:r>
              <a:rPr lang="es-ES" sz="1500" b="1" dirty="0">
                <a:solidFill>
                  <a:srgbClr val="F8FBFF"/>
                </a:solidFill>
                <a:latin typeface="Aptos Display"/>
              </a:rPr>
              <a:t> 2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25A41DF7-DFBC-5803-9B2B-01BD5EA711CF}"/>
              </a:ext>
            </a:extLst>
          </p:cNvPr>
          <p:cNvSpPr txBox="1"/>
          <p:nvPr/>
        </p:nvSpPr>
        <p:spPr>
          <a:xfrm>
            <a:off x="3657600" y="2697480"/>
            <a:ext cx="6126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0B4CB"/>
                </a:solidFill>
                <a:latin typeface="Aptos Display"/>
              </a:rPr>
              <a:t>Qué datos/contexto necesitamos</a:t>
            </a: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C47BAA0F-D3F3-543A-6E5A-A4F3A947D2BC}"/>
              </a:ext>
            </a:extLst>
          </p:cNvPr>
          <p:cNvSpPr/>
          <p:nvPr/>
        </p:nvSpPr>
        <p:spPr>
          <a:xfrm>
            <a:off x="10104120" y="2807208"/>
            <a:ext cx="109728" cy="10972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F70CA712-C2F7-A1EE-FB8D-253E02FC08D6}"/>
              </a:ext>
            </a:extLst>
          </p:cNvPr>
          <p:cNvSpPr txBox="1"/>
          <p:nvPr/>
        </p:nvSpPr>
        <p:spPr>
          <a:xfrm>
            <a:off x="685800" y="35661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BA00"/>
                </a:solidFill>
                <a:latin typeface="Aptos Display"/>
              </a:rPr>
              <a:t>03</a:t>
            </a:r>
          </a:p>
        </p:txBody>
      </p:sp>
      <p:sp>
        <p:nvSpPr>
          <p:cNvPr id="35" name="Rounded Rectangle 20">
            <a:extLst>
              <a:ext uri="{FF2B5EF4-FFF2-40B4-BE49-F238E27FC236}">
                <a16:creationId xmlns:a16="http://schemas.microsoft.com/office/drawing/2014/main" id="{C01689C5-0EDE-59FE-CFF8-84E0580EAC2B}"/>
              </a:ext>
            </a:extLst>
          </p:cNvPr>
          <p:cNvSpPr/>
          <p:nvPr/>
        </p:nvSpPr>
        <p:spPr>
          <a:xfrm>
            <a:off x="1298448" y="3520440"/>
            <a:ext cx="9052560" cy="566928"/>
          </a:xfrm>
          <a:prstGeom prst="roundRect">
            <a:avLst/>
          </a:prstGeom>
          <a:solidFill>
            <a:srgbClr val="0C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2BAD8414-8A84-8799-0193-B3772B25C7B3}"/>
              </a:ext>
            </a:extLst>
          </p:cNvPr>
          <p:cNvSpPr txBox="1"/>
          <p:nvPr/>
        </p:nvSpPr>
        <p:spPr>
          <a:xfrm>
            <a:off x="1554480" y="3610317"/>
            <a:ext cx="1828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1500" b="1" dirty="0" err="1">
                <a:solidFill>
                  <a:srgbClr val="F8FBFF"/>
                </a:solidFill>
                <a:latin typeface="Aptos Display"/>
              </a:rPr>
              <a:t>Indice</a:t>
            </a:r>
            <a:r>
              <a:rPr lang="es-ES" sz="1500" b="1" dirty="0">
                <a:solidFill>
                  <a:srgbClr val="F8FBFF"/>
                </a:solidFill>
                <a:latin typeface="Aptos Display"/>
              </a:rPr>
              <a:t> 3</a:t>
            </a: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7D23DD4B-C378-978F-5F28-2DC3A83CE76A}"/>
              </a:ext>
            </a:extLst>
          </p:cNvPr>
          <p:cNvSpPr txBox="1"/>
          <p:nvPr/>
        </p:nvSpPr>
        <p:spPr>
          <a:xfrm>
            <a:off x="3657600" y="3566160"/>
            <a:ext cx="6126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0B4CB"/>
                </a:solidFill>
                <a:latin typeface="Aptos Display"/>
              </a:rPr>
              <a:t>Qué hace realmente la IA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244C495C-C3F0-AD3F-F464-A963819CEF06}"/>
              </a:ext>
            </a:extLst>
          </p:cNvPr>
          <p:cNvSpPr/>
          <p:nvPr/>
        </p:nvSpPr>
        <p:spPr>
          <a:xfrm>
            <a:off x="10104120" y="3675888"/>
            <a:ext cx="109728" cy="10972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0E58FD25-39B2-BBD9-A61B-DE70B06B62B7}"/>
              </a:ext>
            </a:extLst>
          </p:cNvPr>
          <p:cNvSpPr txBox="1"/>
          <p:nvPr/>
        </p:nvSpPr>
        <p:spPr>
          <a:xfrm>
            <a:off x="685800" y="443484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B900"/>
                </a:solidFill>
                <a:latin typeface="Aptos Display"/>
              </a:rPr>
              <a:t>04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237539DD-DDC3-A4EB-9444-4F0768444370}"/>
              </a:ext>
            </a:extLst>
          </p:cNvPr>
          <p:cNvSpPr/>
          <p:nvPr/>
        </p:nvSpPr>
        <p:spPr>
          <a:xfrm>
            <a:off x="1298448" y="4389120"/>
            <a:ext cx="9052560" cy="566928"/>
          </a:xfrm>
          <a:prstGeom prst="roundRect">
            <a:avLst/>
          </a:prstGeom>
          <a:solidFill>
            <a:srgbClr val="0C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4F8A398D-E68C-B6DD-BA48-41072949DC90}"/>
              </a:ext>
            </a:extLst>
          </p:cNvPr>
          <p:cNvSpPr txBox="1"/>
          <p:nvPr/>
        </p:nvSpPr>
        <p:spPr>
          <a:xfrm>
            <a:off x="1554480" y="4478997"/>
            <a:ext cx="1828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1500" b="1" dirty="0" err="1">
                <a:solidFill>
                  <a:srgbClr val="F8FBFF"/>
                </a:solidFill>
                <a:latin typeface="Aptos Display"/>
              </a:rPr>
              <a:t>Indice</a:t>
            </a:r>
            <a:r>
              <a:rPr lang="es-ES" sz="1500" b="1" dirty="0">
                <a:solidFill>
                  <a:srgbClr val="F8FBFF"/>
                </a:solidFill>
                <a:latin typeface="Aptos Display"/>
              </a:rPr>
              <a:t> 4</a:t>
            </a:r>
          </a:p>
        </p:txBody>
      </p:sp>
      <p:sp>
        <p:nvSpPr>
          <p:cNvPr id="49" name="TextBox 27">
            <a:extLst>
              <a:ext uri="{FF2B5EF4-FFF2-40B4-BE49-F238E27FC236}">
                <a16:creationId xmlns:a16="http://schemas.microsoft.com/office/drawing/2014/main" id="{78F0AA8F-3BD9-6196-5024-A878DFE5E851}"/>
              </a:ext>
            </a:extLst>
          </p:cNvPr>
          <p:cNvSpPr txBox="1"/>
          <p:nvPr/>
        </p:nvSpPr>
        <p:spPr>
          <a:xfrm>
            <a:off x="3657600" y="4434840"/>
            <a:ext cx="6126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0B4CB"/>
                </a:solidFill>
                <a:latin typeface="Aptos Display"/>
              </a:rPr>
              <a:t>Cómo llega a producción</a:t>
            </a:r>
          </a:p>
        </p:txBody>
      </p:sp>
      <p:sp>
        <p:nvSpPr>
          <p:cNvPr id="51" name="Rectangle 28">
            <a:extLst>
              <a:ext uri="{FF2B5EF4-FFF2-40B4-BE49-F238E27FC236}">
                <a16:creationId xmlns:a16="http://schemas.microsoft.com/office/drawing/2014/main" id="{47A481AD-975C-AFBA-C284-66C3F2519345}"/>
              </a:ext>
            </a:extLst>
          </p:cNvPr>
          <p:cNvSpPr/>
          <p:nvPr/>
        </p:nvSpPr>
        <p:spPr>
          <a:xfrm>
            <a:off x="10104120" y="4544568"/>
            <a:ext cx="109728" cy="10972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HROME_dot0">
            <a:extLst>
              <a:ext uri="{FF2B5EF4-FFF2-40B4-BE49-F238E27FC236}">
                <a16:creationId xmlns:a16="http://schemas.microsoft.com/office/drawing/2014/main" id="{03048852-3058-4C95-B67A-8791DE4013C4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3" name="CHROME_dot1">
            <a:extLst>
              <a:ext uri="{FF2B5EF4-FFF2-40B4-BE49-F238E27FC236}">
                <a16:creationId xmlns:a16="http://schemas.microsoft.com/office/drawing/2014/main" id="{BCD634E3-37F1-48CC-B600-9CCB4ADB61C5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4" name="CHROME_dot2">
            <a:extLst>
              <a:ext uri="{FF2B5EF4-FFF2-40B4-BE49-F238E27FC236}">
                <a16:creationId xmlns:a16="http://schemas.microsoft.com/office/drawing/2014/main" id="{7347AC9D-141F-463D-AE95-C17EE0A699E4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5" name="CHROME_dot3">
            <a:extLst>
              <a:ext uri="{FF2B5EF4-FFF2-40B4-BE49-F238E27FC236}">
                <a16:creationId xmlns:a16="http://schemas.microsoft.com/office/drawing/2014/main" id="{109F11EE-2D35-4204-9474-2213933DB860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6" name="CHROME_path">
            <a:extLst>
              <a:ext uri="{FF2B5EF4-FFF2-40B4-BE49-F238E27FC236}">
                <a16:creationId xmlns:a16="http://schemas.microsoft.com/office/drawing/2014/main" id="{27A09BCA-549E-45FD-943E-BEC14848AE62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57" name="CHROME_caret">
            <a:extLst>
              <a:ext uri="{FF2B5EF4-FFF2-40B4-BE49-F238E27FC236}">
                <a16:creationId xmlns:a16="http://schemas.microsoft.com/office/drawing/2014/main" id="{774A1492-B38E-47E0-BBC2-415BDFD430BA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8" name="CHROME_rule0">
            <a:extLst>
              <a:ext uri="{FF2B5EF4-FFF2-40B4-BE49-F238E27FC236}">
                <a16:creationId xmlns:a16="http://schemas.microsoft.com/office/drawing/2014/main" id="{1E1A46E7-02B7-4D57-9283-68AEC82BC9B2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9" name="CHROME_rule1">
            <a:extLst>
              <a:ext uri="{FF2B5EF4-FFF2-40B4-BE49-F238E27FC236}">
                <a16:creationId xmlns:a16="http://schemas.microsoft.com/office/drawing/2014/main" id="{D0238CEB-B409-4364-A5A6-BAEB6D5237D9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0" name="CHROME_rule2">
            <a:extLst>
              <a:ext uri="{FF2B5EF4-FFF2-40B4-BE49-F238E27FC236}">
                <a16:creationId xmlns:a16="http://schemas.microsoft.com/office/drawing/2014/main" id="{57735794-50E0-48A4-ABA2-CE5A9345CF31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1" name="CHROME_rule3">
            <a:extLst>
              <a:ext uri="{FF2B5EF4-FFF2-40B4-BE49-F238E27FC236}">
                <a16:creationId xmlns:a16="http://schemas.microsoft.com/office/drawing/2014/main" id="{F9AB8FEA-057E-4DDD-BBE6-23F984DF65BE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2" name="CHROME_gutter0">
            <a:extLst>
              <a:ext uri="{FF2B5EF4-FFF2-40B4-BE49-F238E27FC236}">
                <a16:creationId xmlns:a16="http://schemas.microsoft.com/office/drawing/2014/main" id="{CE286708-8EE6-4362-883A-1D8E4CD22432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63" name="CHROME_gutter1">
            <a:extLst>
              <a:ext uri="{FF2B5EF4-FFF2-40B4-BE49-F238E27FC236}">
                <a16:creationId xmlns:a16="http://schemas.microsoft.com/office/drawing/2014/main" id="{F84EE817-FF5E-4AD8-B0B7-0DF4A68FB731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64" name="CHROME_gutter2">
            <a:extLst>
              <a:ext uri="{FF2B5EF4-FFF2-40B4-BE49-F238E27FC236}">
                <a16:creationId xmlns:a16="http://schemas.microsoft.com/office/drawing/2014/main" id="{4DC76B7B-4CEB-4599-9B46-1071399FD965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65" name="CHROME_gutter3">
            <a:extLst>
              <a:ext uri="{FF2B5EF4-FFF2-40B4-BE49-F238E27FC236}">
                <a16:creationId xmlns:a16="http://schemas.microsoft.com/office/drawing/2014/main" id="{D99D8E52-BA76-4EC1-B389-29B7F53DA7B6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66" name="CHROME_gutter4">
            <a:extLst>
              <a:ext uri="{FF2B5EF4-FFF2-40B4-BE49-F238E27FC236}">
                <a16:creationId xmlns:a16="http://schemas.microsoft.com/office/drawing/2014/main" id="{2839A2A9-B793-42B5-AB6B-DAB1FD7E60E6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67" name="CHROME_gutter5">
            <a:extLst>
              <a:ext uri="{FF2B5EF4-FFF2-40B4-BE49-F238E27FC236}">
                <a16:creationId xmlns:a16="http://schemas.microsoft.com/office/drawing/2014/main" id="{0A359244-596B-4F61-B9AC-33A653E5446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68" name="CHROME_gutter6">
            <a:extLst>
              <a:ext uri="{FF2B5EF4-FFF2-40B4-BE49-F238E27FC236}">
                <a16:creationId xmlns:a16="http://schemas.microsoft.com/office/drawing/2014/main" id="{8EE06F54-B0F7-4AE6-8AD2-1B93C9BC5013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69" name="CHROME_gutter7">
            <a:extLst>
              <a:ext uri="{FF2B5EF4-FFF2-40B4-BE49-F238E27FC236}">
                <a16:creationId xmlns:a16="http://schemas.microsoft.com/office/drawing/2014/main" id="{B88D1491-05E3-4C0B-B9B5-6CBF37F10DF4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70" name="CHROME_telemetry">
            <a:extLst>
              <a:ext uri="{FF2B5EF4-FFF2-40B4-BE49-F238E27FC236}">
                <a16:creationId xmlns:a16="http://schemas.microsoft.com/office/drawing/2014/main" id="{42D413CA-97FB-4262-B6E4-6CF1B55D0642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703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900"/>
                </a:solidFill>
                <a:latin typeface="Aptos"/>
              </a:rPr>
              <a:t>SECTION / 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1005840"/>
            <a:ext cx="530352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0" b="1" dirty="0">
                <a:solidFill>
                  <a:srgbClr val="0C294C"/>
                </a:solidFill>
                <a:latin typeface="Aptos Display"/>
              </a:rPr>
              <a:t>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2061969"/>
            <a:ext cx="5760720" cy="6309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500" b="1" dirty="0">
                <a:solidFill>
                  <a:srgbClr val="F7FAFF"/>
                </a:solidFill>
                <a:latin typeface="Aptos Display"/>
              </a:rPr>
              <a:t>TITULO SECCION 1</a:t>
            </a:r>
            <a:endParaRPr sz="3500" b="1" dirty="0">
              <a:solidFill>
                <a:srgbClr val="F7FAFF"/>
              </a:solidFill>
              <a:latin typeface="Aptos Display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800600" y="379476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 err="1">
                <a:solidFill>
                  <a:srgbClr val="A2B6CD"/>
                </a:solidFill>
                <a:latin typeface="Aptos Display"/>
              </a:rPr>
              <a:t>Separador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para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abrir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bloque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con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mucha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más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presencia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.</a:t>
            </a:r>
          </a:p>
        </p:txBody>
      </p:sp>
      <p:sp>
        <p:nvSpPr>
          <p:cNvPr id="49" name="Parallelogram 48"/>
          <p:cNvSpPr/>
          <p:nvPr/>
        </p:nvSpPr>
        <p:spPr>
          <a:xfrm rot="20520000">
            <a:off x="9829800" y="4498848"/>
            <a:ext cx="109728" cy="640080"/>
          </a:xfrm>
          <a:prstGeom prst="parallelogram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arallelogram 49"/>
          <p:cNvSpPr/>
          <p:nvPr/>
        </p:nvSpPr>
        <p:spPr>
          <a:xfrm rot="20520000">
            <a:off x="9985248" y="4498848"/>
            <a:ext cx="109728" cy="640080"/>
          </a:xfrm>
          <a:prstGeom prst="parallelogram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arallelogram 50"/>
          <p:cNvSpPr/>
          <p:nvPr/>
        </p:nvSpPr>
        <p:spPr>
          <a:xfrm rot="20520000">
            <a:off x="10140696" y="4498848"/>
            <a:ext cx="109728" cy="640080"/>
          </a:xfrm>
          <a:prstGeom prst="parallelogram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arallelogram 51"/>
          <p:cNvSpPr/>
          <p:nvPr/>
        </p:nvSpPr>
        <p:spPr>
          <a:xfrm rot="20520000">
            <a:off x="10296144" y="4498848"/>
            <a:ext cx="109728" cy="640080"/>
          </a:xfrm>
          <a:prstGeom prst="parallelogram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4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55" name="CHROME_dot0">
            <a:extLst>
              <a:ext uri="{FF2B5EF4-FFF2-40B4-BE49-F238E27FC236}">
                <a16:creationId xmlns:a16="http://schemas.microsoft.com/office/drawing/2014/main" id="{FE78EEFC-30B3-4B6B-9E8C-91F5F4E6A62F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6" name="CHROME_dot1">
            <a:extLst>
              <a:ext uri="{FF2B5EF4-FFF2-40B4-BE49-F238E27FC236}">
                <a16:creationId xmlns:a16="http://schemas.microsoft.com/office/drawing/2014/main" id="{1551CDE2-27C1-424D-A81C-75FE0B454965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7" name="CHROME_dot2">
            <a:extLst>
              <a:ext uri="{FF2B5EF4-FFF2-40B4-BE49-F238E27FC236}">
                <a16:creationId xmlns:a16="http://schemas.microsoft.com/office/drawing/2014/main" id="{05803119-7D9D-4175-81B1-7B9E5E171918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8" name="CHROME_dot3">
            <a:extLst>
              <a:ext uri="{FF2B5EF4-FFF2-40B4-BE49-F238E27FC236}">
                <a16:creationId xmlns:a16="http://schemas.microsoft.com/office/drawing/2014/main" id="{941845BC-2366-4CD5-88FD-B7CFFF819AD4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9" name="CHROME_path">
            <a:extLst>
              <a:ext uri="{FF2B5EF4-FFF2-40B4-BE49-F238E27FC236}">
                <a16:creationId xmlns:a16="http://schemas.microsoft.com/office/drawing/2014/main" id="{4A1B4ABB-ACE9-4F0B-996C-C9D45F0153E2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60" name="CHROME_caret">
            <a:extLst>
              <a:ext uri="{FF2B5EF4-FFF2-40B4-BE49-F238E27FC236}">
                <a16:creationId xmlns:a16="http://schemas.microsoft.com/office/drawing/2014/main" id="{A102E527-C5DF-419B-A62E-289AEE360FC0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1" name="CHROME_rule0">
            <a:extLst>
              <a:ext uri="{FF2B5EF4-FFF2-40B4-BE49-F238E27FC236}">
                <a16:creationId xmlns:a16="http://schemas.microsoft.com/office/drawing/2014/main" id="{93E9A476-1F8C-472A-92AA-5C2DFA56EF29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2" name="CHROME_rule1">
            <a:extLst>
              <a:ext uri="{FF2B5EF4-FFF2-40B4-BE49-F238E27FC236}">
                <a16:creationId xmlns:a16="http://schemas.microsoft.com/office/drawing/2014/main" id="{DCCBD7B8-BAF5-419D-8C09-60D85DD7CC74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3" name="CHROME_rule2">
            <a:extLst>
              <a:ext uri="{FF2B5EF4-FFF2-40B4-BE49-F238E27FC236}">
                <a16:creationId xmlns:a16="http://schemas.microsoft.com/office/drawing/2014/main" id="{D01A033D-1B66-4B36-901F-BF67134A9AA7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4" name="CHROME_rule3">
            <a:extLst>
              <a:ext uri="{FF2B5EF4-FFF2-40B4-BE49-F238E27FC236}">
                <a16:creationId xmlns:a16="http://schemas.microsoft.com/office/drawing/2014/main" id="{2F0FCF7A-489D-4F84-A6B6-B4FDB7164D15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5" name="CHROME_gutter0">
            <a:extLst>
              <a:ext uri="{FF2B5EF4-FFF2-40B4-BE49-F238E27FC236}">
                <a16:creationId xmlns:a16="http://schemas.microsoft.com/office/drawing/2014/main" id="{9CFEC74D-8786-4FB9-99F5-17FB206909AD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66" name="CHROME_gutter1">
            <a:extLst>
              <a:ext uri="{FF2B5EF4-FFF2-40B4-BE49-F238E27FC236}">
                <a16:creationId xmlns:a16="http://schemas.microsoft.com/office/drawing/2014/main" id="{36EEF7EB-143F-4958-B4DD-59F9750686DE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67" name="CHROME_gutter2">
            <a:extLst>
              <a:ext uri="{FF2B5EF4-FFF2-40B4-BE49-F238E27FC236}">
                <a16:creationId xmlns:a16="http://schemas.microsoft.com/office/drawing/2014/main" id="{DDBE9C78-1D5B-4568-AA35-AA4EABB79E0A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68" name="CHROME_gutter3">
            <a:extLst>
              <a:ext uri="{FF2B5EF4-FFF2-40B4-BE49-F238E27FC236}">
                <a16:creationId xmlns:a16="http://schemas.microsoft.com/office/drawing/2014/main" id="{44B6E04B-2B41-471C-9109-402EEEA24CA5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69" name="CHROME_gutter4">
            <a:extLst>
              <a:ext uri="{FF2B5EF4-FFF2-40B4-BE49-F238E27FC236}">
                <a16:creationId xmlns:a16="http://schemas.microsoft.com/office/drawing/2014/main" id="{0E83FDA1-F64B-4890-A6AC-CED3697ED052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70" name="CHROME_gutter5">
            <a:extLst>
              <a:ext uri="{FF2B5EF4-FFF2-40B4-BE49-F238E27FC236}">
                <a16:creationId xmlns:a16="http://schemas.microsoft.com/office/drawing/2014/main" id="{D222ECC8-E9EF-427E-A18D-C5CFA8D4B58E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71" name="CHROME_gutter6">
            <a:extLst>
              <a:ext uri="{FF2B5EF4-FFF2-40B4-BE49-F238E27FC236}">
                <a16:creationId xmlns:a16="http://schemas.microsoft.com/office/drawing/2014/main" id="{DA326FB1-E5D8-440B-B2AE-D40C6170466E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72" name="CHROME_gutter7">
            <a:extLst>
              <a:ext uri="{FF2B5EF4-FFF2-40B4-BE49-F238E27FC236}">
                <a16:creationId xmlns:a16="http://schemas.microsoft.com/office/drawing/2014/main" id="{21C6515A-BDDA-4EB9-A759-971155D2BCCC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73" name="CHROME_telemetry">
            <a:extLst>
              <a:ext uri="{FF2B5EF4-FFF2-40B4-BE49-F238E27FC236}">
                <a16:creationId xmlns:a16="http://schemas.microsoft.com/office/drawing/2014/main" id="{E699CD62-B947-4419-A974-161D105F89A6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0255-C461-E8D9-A801-966E52D8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66E3EA-F53C-27F0-1ADD-47985380800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B58597-FDAF-6A0F-D87E-0B7A348746BC}"/>
              </a:ext>
            </a:extLst>
          </p:cNvPr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E31E3F-B34F-1EF2-B9EF-6FCB1F6DDA85}"/>
              </a:ext>
            </a:extLst>
          </p:cNvPr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C468E1-4185-687E-D93B-F8F5B5AB29F8}"/>
              </a:ext>
            </a:extLst>
          </p:cNvPr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44BE75-FB32-B3D8-A5DE-DFC4F0A39999}"/>
              </a:ext>
            </a:extLst>
          </p:cNvPr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14FA48-1181-6B28-D24C-DD68A97F1270}"/>
              </a:ext>
            </a:extLst>
          </p:cNvPr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6A59FF3-2FE2-4648-23D9-9DB8C165E437}"/>
              </a:ext>
            </a:extLst>
          </p:cNvPr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974CDE-BE22-24D4-441A-969C0A0E59BF}"/>
              </a:ext>
            </a:extLst>
          </p:cNvPr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A506E6-7FCD-BEC1-468F-3FC186FA170E}"/>
              </a:ext>
            </a:extLst>
          </p:cNvPr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43B17A-EEFB-5A04-6D4C-3FAA9F2446AC}"/>
              </a:ext>
            </a:extLst>
          </p:cNvPr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E60157-407D-4E49-B644-C2FF885ACDCB}"/>
              </a:ext>
            </a:extLst>
          </p:cNvPr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CF1AE2-BC90-7420-60CA-39ECF915E67D}"/>
              </a:ext>
            </a:extLst>
          </p:cNvPr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298CCD-38CF-1CFD-2909-71594932CCEB}"/>
              </a:ext>
            </a:extLst>
          </p:cNvPr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AE0310-6A8E-ED52-AEAA-2DBDF7BBA5B8}"/>
              </a:ext>
            </a:extLst>
          </p:cNvPr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BB0A3D-C281-26A9-9F5D-9A285CAFFDB3}"/>
              </a:ext>
            </a:extLst>
          </p:cNvPr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2EB943-DB93-E154-584A-0029A2E296A3}"/>
              </a:ext>
            </a:extLst>
          </p:cNvPr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80FEAC-B7C2-5038-688A-FF4F69F97229}"/>
              </a:ext>
            </a:extLst>
          </p:cNvPr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58CE54-CE67-12A0-1292-9626247E0651}"/>
              </a:ext>
            </a:extLst>
          </p:cNvPr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250959-A6D3-F40E-9EFE-C2B53D6676F4}"/>
              </a:ext>
            </a:extLst>
          </p:cNvPr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B49037-4127-B5CA-D50C-F5A9A6AE018E}"/>
              </a:ext>
            </a:extLst>
          </p:cNvPr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33B34F-1FAB-1F56-0672-708121825007}"/>
              </a:ext>
            </a:extLst>
          </p:cNvPr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134DA2-F268-0572-5EFC-8B32868FA810}"/>
              </a:ext>
            </a:extLst>
          </p:cNvPr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DCD0EF-EFEF-55F7-E8B0-7067566D861A}"/>
              </a:ext>
            </a:extLst>
          </p:cNvPr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EE8BA3-54A8-0075-803A-AD981CF309B1}"/>
              </a:ext>
            </a:extLst>
          </p:cNvPr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ECB9871-BD7D-69B1-66E5-87B38AE67F2D}"/>
              </a:ext>
            </a:extLst>
          </p:cNvPr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867116C-5866-765B-1E59-8C2ACB30700B}"/>
              </a:ext>
            </a:extLst>
          </p:cNvPr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15205A-9406-5133-3147-BDED10806054}"/>
              </a:ext>
            </a:extLst>
          </p:cNvPr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96C7BC-D9F5-BD9E-66B6-C2EF713DA3E0}"/>
              </a:ext>
            </a:extLst>
          </p:cNvPr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333D401-C063-7B10-E9FC-B7C08B75BD4C}"/>
              </a:ext>
            </a:extLst>
          </p:cNvPr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15CA659-660E-E0BB-D69F-AD2CADB19297}"/>
              </a:ext>
            </a:extLst>
          </p:cNvPr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3B4BFE-401A-35C9-57D5-A06F573E4213}"/>
              </a:ext>
            </a:extLst>
          </p:cNvPr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9F94D3-AE89-42F2-EF15-4FA4D7B703B3}"/>
              </a:ext>
            </a:extLst>
          </p:cNvPr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F0AC1F4-313E-1DD3-D2BA-E9B7B22D2F1C}"/>
              </a:ext>
            </a:extLst>
          </p:cNvPr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2F71E6-9EC0-9BD0-8D89-1FA3BB82C940}"/>
              </a:ext>
            </a:extLst>
          </p:cNvPr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A16DB5-9FD0-6E0B-A065-E2CF25E9FE84}"/>
              </a:ext>
            </a:extLst>
          </p:cNvPr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FBBE70-C24D-22E5-F6FD-362D8535B430}"/>
              </a:ext>
            </a:extLst>
          </p:cNvPr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61A26C3-E8FB-98F8-1B08-E4D5E6D2E984}"/>
              </a:ext>
            </a:extLst>
          </p:cNvPr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5B2224-1C05-793B-B7DE-FD158B69D260}"/>
              </a:ext>
            </a:extLst>
          </p:cNvPr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9C9350-B455-BD77-DCDE-3DA0DEB027D5}"/>
              </a:ext>
            </a:extLst>
          </p:cNvPr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CD9CFD-88C7-D42C-7E97-9C7426D22F70}"/>
              </a:ext>
            </a:extLst>
          </p:cNvPr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B2F1CE-82AA-9A46-DCCF-D86CBDAFCAB5}"/>
              </a:ext>
            </a:extLst>
          </p:cNvPr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67CD70-147A-1D1E-F2EA-73AC7770D06F}"/>
              </a:ext>
            </a:extLst>
          </p:cNvPr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900"/>
                </a:solidFill>
                <a:latin typeface="Aptos"/>
              </a:rPr>
              <a:t>SECTION / 01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F13DE7-3D8A-396B-2170-3BA13DC6E677}"/>
              </a:ext>
            </a:extLst>
          </p:cNvPr>
          <p:cNvSpPr txBox="1"/>
          <p:nvPr/>
        </p:nvSpPr>
        <p:spPr>
          <a:xfrm>
            <a:off x="320040" y="1005840"/>
            <a:ext cx="530352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0" b="1" dirty="0">
                <a:solidFill>
                  <a:srgbClr val="0C294C"/>
                </a:solidFill>
                <a:latin typeface="Aptos Display"/>
              </a:rPr>
              <a:t>AI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78A0A3-FB5E-24C9-5AE9-ED710580641D}"/>
              </a:ext>
            </a:extLst>
          </p:cNvPr>
          <p:cNvSpPr txBox="1"/>
          <p:nvPr/>
        </p:nvSpPr>
        <p:spPr>
          <a:xfrm>
            <a:off x="4754880" y="2061969"/>
            <a:ext cx="5760720" cy="6309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500" b="1" dirty="0">
                <a:solidFill>
                  <a:srgbClr val="F7FAFF"/>
                </a:solidFill>
                <a:latin typeface="Consolas" panose="020B0609020204030204" pitchFamily="49" charset="0"/>
              </a:rPr>
              <a:t>TITULO SECCION 1</a:t>
            </a:r>
            <a:endParaRPr sz="3500" b="1" dirty="0">
              <a:solidFill>
                <a:srgbClr val="F7FAFF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77C036-E554-5C65-1B32-7EA3250E2620}"/>
              </a:ext>
            </a:extLst>
          </p:cNvPr>
          <p:cNvSpPr txBox="1"/>
          <p:nvPr/>
        </p:nvSpPr>
        <p:spPr>
          <a:xfrm>
            <a:off x="4800600" y="379476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 err="1">
                <a:solidFill>
                  <a:srgbClr val="A2B6CD"/>
                </a:solidFill>
                <a:latin typeface="Aptos Display"/>
              </a:rPr>
              <a:t>Separador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para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abrir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bloque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con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mucha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más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A2B6CD"/>
                </a:solidFill>
                <a:latin typeface="Aptos Display"/>
              </a:rPr>
              <a:t>presencia</a:t>
            </a:r>
            <a:r>
              <a:rPr sz="1600" b="0" dirty="0">
                <a:solidFill>
                  <a:srgbClr val="A2B6CD"/>
                </a:solidFill>
                <a:latin typeface="Aptos Display"/>
              </a:rPr>
              <a:t>.</a:t>
            </a:r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031F6868-0D49-274E-381F-13839FC7C897}"/>
              </a:ext>
            </a:extLst>
          </p:cNvPr>
          <p:cNvSpPr/>
          <p:nvPr/>
        </p:nvSpPr>
        <p:spPr>
          <a:xfrm rot="20520000">
            <a:off x="9829800" y="4498848"/>
            <a:ext cx="109728" cy="640080"/>
          </a:xfrm>
          <a:prstGeom prst="parallelogram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C0F2A0AA-E46A-DC5D-36B9-83B99E0C9155}"/>
              </a:ext>
            </a:extLst>
          </p:cNvPr>
          <p:cNvSpPr/>
          <p:nvPr/>
        </p:nvSpPr>
        <p:spPr>
          <a:xfrm rot="20520000">
            <a:off x="9985248" y="4498848"/>
            <a:ext cx="109728" cy="640080"/>
          </a:xfrm>
          <a:prstGeom prst="parallelogram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3C9684C9-17E0-6678-2149-7F5EE3E9297E}"/>
              </a:ext>
            </a:extLst>
          </p:cNvPr>
          <p:cNvSpPr/>
          <p:nvPr/>
        </p:nvSpPr>
        <p:spPr>
          <a:xfrm rot="20520000">
            <a:off x="10140696" y="4498848"/>
            <a:ext cx="109728" cy="640080"/>
          </a:xfrm>
          <a:prstGeom prst="parallelogram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arallelogram 51">
            <a:extLst>
              <a:ext uri="{FF2B5EF4-FFF2-40B4-BE49-F238E27FC236}">
                <a16:creationId xmlns:a16="http://schemas.microsoft.com/office/drawing/2014/main" id="{80B8237C-5E65-B708-28A2-088B67D5B7D8}"/>
              </a:ext>
            </a:extLst>
          </p:cNvPr>
          <p:cNvSpPr/>
          <p:nvPr/>
        </p:nvSpPr>
        <p:spPr>
          <a:xfrm rot="20520000">
            <a:off x="10296144" y="4498848"/>
            <a:ext cx="109728" cy="640080"/>
          </a:xfrm>
          <a:prstGeom prst="parallelogram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5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39" name="CHROME_dot0">
            <a:extLst>
              <a:ext uri="{FF2B5EF4-FFF2-40B4-BE49-F238E27FC236}">
                <a16:creationId xmlns:a16="http://schemas.microsoft.com/office/drawing/2014/main" id="{E73874F4-D516-4E78-8247-D2B6E84DBBB3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4" name="CHROME_dot1">
            <a:extLst>
              <a:ext uri="{FF2B5EF4-FFF2-40B4-BE49-F238E27FC236}">
                <a16:creationId xmlns:a16="http://schemas.microsoft.com/office/drawing/2014/main" id="{FAAE9D92-7166-4A45-886A-EF4C466A21AE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3" name="CHROME_dot2">
            <a:extLst>
              <a:ext uri="{FF2B5EF4-FFF2-40B4-BE49-F238E27FC236}">
                <a16:creationId xmlns:a16="http://schemas.microsoft.com/office/drawing/2014/main" id="{80FB25DD-FC20-4B29-AE22-1620E5176230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5" name="CHROME_dot3">
            <a:extLst>
              <a:ext uri="{FF2B5EF4-FFF2-40B4-BE49-F238E27FC236}">
                <a16:creationId xmlns:a16="http://schemas.microsoft.com/office/drawing/2014/main" id="{38BA7365-B24D-4851-A500-367731331A8E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6" name="CHROME_path">
            <a:extLst>
              <a:ext uri="{FF2B5EF4-FFF2-40B4-BE49-F238E27FC236}">
                <a16:creationId xmlns:a16="http://schemas.microsoft.com/office/drawing/2014/main" id="{3851BD22-C1C2-4010-9344-F33DD70919CE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57" name="CHROME_caret">
            <a:extLst>
              <a:ext uri="{FF2B5EF4-FFF2-40B4-BE49-F238E27FC236}">
                <a16:creationId xmlns:a16="http://schemas.microsoft.com/office/drawing/2014/main" id="{BC03DEA0-9C78-4C0D-825C-056C30486987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8" name="CHROME_rule0">
            <a:extLst>
              <a:ext uri="{FF2B5EF4-FFF2-40B4-BE49-F238E27FC236}">
                <a16:creationId xmlns:a16="http://schemas.microsoft.com/office/drawing/2014/main" id="{BE14B37D-4D9C-425D-8B9B-B85288310381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9" name="CHROME_rule1">
            <a:extLst>
              <a:ext uri="{FF2B5EF4-FFF2-40B4-BE49-F238E27FC236}">
                <a16:creationId xmlns:a16="http://schemas.microsoft.com/office/drawing/2014/main" id="{9A3B96D6-9E86-4AFC-95C5-05E6C979B232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0" name="CHROME_rule2">
            <a:extLst>
              <a:ext uri="{FF2B5EF4-FFF2-40B4-BE49-F238E27FC236}">
                <a16:creationId xmlns:a16="http://schemas.microsoft.com/office/drawing/2014/main" id="{451F425F-3B00-418D-B26F-D3D95748CD63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1" name="CHROME_rule3">
            <a:extLst>
              <a:ext uri="{FF2B5EF4-FFF2-40B4-BE49-F238E27FC236}">
                <a16:creationId xmlns:a16="http://schemas.microsoft.com/office/drawing/2014/main" id="{F151B9A6-DFEF-4C91-B3BC-678507754878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2" name="CHROME_gutter0">
            <a:extLst>
              <a:ext uri="{FF2B5EF4-FFF2-40B4-BE49-F238E27FC236}">
                <a16:creationId xmlns:a16="http://schemas.microsoft.com/office/drawing/2014/main" id="{8C89A7BA-79E7-4BF8-A49B-B89FD1F57F9F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63" name="CHROME_gutter1">
            <a:extLst>
              <a:ext uri="{FF2B5EF4-FFF2-40B4-BE49-F238E27FC236}">
                <a16:creationId xmlns:a16="http://schemas.microsoft.com/office/drawing/2014/main" id="{FFFF35DB-3C17-4ED9-92E3-B9192A98A304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64" name="CHROME_gutter2">
            <a:extLst>
              <a:ext uri="{FF2B5EF4-FFF2-40B4-BE49-F238E27FC236}">
                <a16:creationId xmlns:a16="http://schemas.microsoft.com/office/drawing/2014/main" id="{DD03F1A6-6DBF-489A-B7B2-BE32071A32BF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65" name="CHROME_gutter3">
            <a:extLst>
              <a:ext uri="{FF2B5EF4-FFF2-40B4-BE49-F238E27FC236}">
                <a16:creationId xmlns:a16="http://schemas.microsoft.com/office/drawing/2014/main" id="{00A9ED08-E6DE-4065-9BF7-633C72A91AB5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66" name="CHROME_gutter4">
            <a:extLst>
              <a:ext uri="{FF2B5EF4-FFF2-40B4-BE49-F238E27FC236}">
                <a16:creationId xmlns:a16="http://schemas.microsoft.com/office/drawing/2014/main" id="{CBA87E3F-91CC-4C41-B513-5765B42FAFF8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67" name="CHROME_gutter5">
            <a:extLst>
              <a:ext uri="{FF2B5EF4-FFF2-40B4-BE49-F238E27FC236}">
                <a16:creationId xmlns:a16="http://schemas.microsoft.com/office/drawing/2014/main" id="{BAFBB8E9-4276-47C2-899D-AA79AA6C2798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68" name="CHROME_gutter6">
            <a:extLst>
              <a:ext uri="{FF2B5EF4-FFF2-40B4-BE49-F238E27FC236}">
                <a16:creationId xmlns:a16="http://schemas.microsoft.com/office/drawing/2014/main" id="{E8F35CDA-42BB-40B6-9CEA-81C9DFAD5622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69" name="CHROME_gutter7">
            <a:extLst>
              <a:ext uri="{FF2B5EF4-FFF2-40B4-BE49-F238E27FC236}">
                <a16:creationId xmlns:a16="http://schemas.microsoft.com/office/drawing/2014/main" id="{BD5834CA-2620-48CC-950C-716CAAE15B57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70" name="CHROME_telemetry">
            <a:extLst>
              <a:ext uri="{FF2B5EF4-FFF2-40B4-BE49-F238E27FC236}">
                <a16:creationId xmlns:a16="http://schemas.microsoft.com/office/drawing/2014/main" id="{47B83B16-FA7D-4CF2-B334-E5884E88439B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2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08720" y="0"/>
            <a:ext cx="3383280" cy="6858000"/>
          </a:xfrm>
          <a:prstGeom prst="rect">
            <a:avLst/>
          </a:prstGeom>
          <a:solidFill>
            <a:srgbClr val="07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73152" cy="73152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73152" cy="73152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3816" y="6510528"/>
            <a:ext cx="731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9264" y="6510528"/>
            <a:ext cx="731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1148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CF2"/>
                </a:solidFill>
                <a:latin typeface="Aptos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3840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0" b="1">
                <a:solidFill>
                  <a:srgbClr val="0078D4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023943"/>
            <a:ext cx="70408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400" b="1" dirty="0">
                <a:solidFill>
                  <a:srgbClr val="F8FBFF"/>
                </a:solidFill>
                <a:latin typeface="Aptos Display"/>
              </a:rPr>
              <a:t>TITULO SECCION</a:t>
            </a:r>
            <a:endParaRPr sz="3400" b="1" dirty="0">
              <a:solidFill>
                <a:srgbClr val="F8FBFF"/>
              </a:solidFill>
              <a:latin typeface="Aptos Display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052560" y="4251960"/>
            <a:ext cx="1371600" cy="1371600"/>
          </a:xfrm>
          <a:prstGeom prst="ellipse">
            <a:avLst/>
          </a:prstGeom>
          <a:noFill/>
          <a:ln w="1524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89720" y="4389120"/>
            <a:ext cx="1097280" cy="1097280"/>
          </a:xfrm>
          <a:prstGeom prst="ellipse">
            <a:avLst/>
          </a:prstGeom>
          <a:noFill/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26880" y="4526280"/>
            <a:ext cx="822960" cy="822960"/>
          </a:xfrm>
          <a:prstGeom prst="ellipse">
            <a:avLst/>
          </a:prstGeom>
          <a:noFill/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64040" y="4663440"/>
            <a:ext cx="548640" cy="548640"/>
          </a:xfrm>
          <a:prstGeom prst="ellipse">
            <a:avLst/>
          </a:prstGeom>
          <a:noFill/>
          <a:ln w="1524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0" y="4800600"/>
            <a:ext cx="274320" cy="274320"/>
          </a:xfrm>
          <a:prstGeom prst="ellipse">
            <a:avLst/>
          </a:prstGeom>
          <a:noFill/>
          <a:ln w="1524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66910" y="4766310"/>
            <a:ext cx="155448" cy="15544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54362" y="4766310"/>
            <a:ext cx="155448" cy="15544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6910" y="4953762"/>
            <a:ext cx="155448" cy="1554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54362" y="4953762"/>
            <a:ext cx="155448" cy="15544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6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23" name="CHROME_dot0">
            <a:extLst>
              <a:ext uri="{FF2B5EF4-FFF2-40B4-BE49-F238E27FC236}">
                <a16:creationId xmlns:a16="http://schemas.microsoft.com/office/drawing/2014/main" id="{927A1A20-D7CC-4908-97F0-F57D9617532A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4" name="CHROME_dot1">
            <a:extLst>
              <a:ext uri="{FF2B5EF4-FFF2-40B4-BE49-F238E27FC236}">
                <a16:creationId xmlns:a16="http://schemas.microsoft.com/office/drawing/2014/main" id="{ABEC3981-C71F-4310-812A-21A409D5DCE9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5" name="CHROME_dot2">
            <a:extLst>
              <a:ext uri="{FF2B5EF4-FFF2-40B4-BE49-F238E27FC236}">
                <a16:creationId xmlns:a16="http://schemas.microsoft.com/office/drawing/2014/main" id="{11BA7EC7-5E03-49D5-87A3-A3D1D8544669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6" name="CHROME_dot3">
            <a:extLst>
              <a:ext uri="{FF2B5EF4-FFF2-40B4-BE49-F238E27FC236}">
                <a16:creationId xmlns:a16="http://schemas.microsoft.com/office/drawing/2014/main" id="{BE8D1A20-40B2-4526-BE27-3D72E7F9476F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7" name="CHROME_path">
            <a:extLst>
              <a:ext uri="{FF2B5EF4-FFF2-40B4-BE49-F238E27FC236}">
                <a16:creationId xmlns:a16="http://schemas.microsoft.com/office/drawing/2014/main" id="{4C01765C-3AAF-4F94-80D2-BB95024C7409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28" name="CHROME_caret">
            <a:extLst>
              <a:ext uri="{FF2B5EF4-FFF2-40B4-BE49-F238E27FC236}">
                <a16:creationId xmlns:a16="http://schemas.microsoft.com/office/drawing/2014/main" id="{3A4AABFE-6785-43C6-A7F2-CF6B64490E25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9" name="CHROME_rule0">
            <a:extLst>
              <a:ext uri="{FF2B5EF4-FFF2-40B4-BE49-F238E27FC236}">
                <a16:creationId xmlns:a16="http://schemas.microsoft.com/office/drawing/2014/main" id="{A31F4997-4128-47D9-A995-3A8BA87A9D5A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0" name="CHROME_rule1">
            <a:extLst>
              <a:ext uri="{FF2B5EF4-FFF2-40B4-BE49-F238E27FC236}">
                <a16:creationId xmlns:a16="http://schemas.microsoft.com/office/drawing/2014/main" id="{FC66F122-312C-4918-9893-FB34030971B6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1" name="CHROME_rule2">
            <a:extLst>
              <a:ext uri="{FF2B5EF4-FFF2-40B4-BE49-F238E27FC236}">
                <a16:creationId xmlns:a16="http://schemas.microsoft.com/office/drawing/2014/main" id="{CDB7C99F-AC3C-4712-A9A0-293CE2EA14C4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2" name="CHROME_rule3">
            <a:extLst>
              <a:ext uri="{FF2B5EF4-FFF2-40B4-BE49-F238E27FC236}">
                <a16:creationId xmlns:a16="http://schemas.microsoft.com/office/drawing/2014/main" id="{B2A3860E-44D1-4A11-AA3D-075FB0ACA341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3" name="CHROME_gutter0">
            <a:extLst>
              <a:ext uri="{FF2B5EF4-FFF2-40B4-BE49-F238E27FC236}">
                <a16:creationId xmlns:a16="http://schemas.microsoft.com/office/drawing/2014/main" id="{BAA051A7-E9C8-41E5-B9D2-8379CCCD10A3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34" name="CHROME_gutter1">
            <a:extLst>
              <a:ext uri="{FF2B5EF4-FFF2-40B4-BE49-F238E27FC236}">
                <a16:creationId xmlns:a16="http://schemas.microsoft.com/office/drawing/2014/main" id="{CD8902BA-33C4-4E31-8D68-036921FA8B80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35" name="CHROME_gutter2">
            <a:extLst>
              <a:ext uri="{FF2B5EF4-FFF2-40B4-BE49-F238E27FC236}">
                <a16:creationId xmlns:a16="http://schemas.microsoft.com/office/drawing/2014/main" id="{A87B3F09-4D6C-45AA-8839-D376249575A7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36" name="CHROME_gutter3">
            <a:extLst>
              <a:ext uri="{FF2B5EF4-FFF2-40B4-BE49-F238E27FC236}">
                <a16:creationId xmlns:a16="http://schemas.microsoft.com/office/drawing/2014/main" id="{81F3FEA9-13EE-4D9E-BD63-3290C3A23619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37" name="CHROME_gutter4">
            <a:extLst>
              <a:ext uri="{FF2B5EF4-FFF2-40B4-BE49-F238E27FC236}">
                <a16:creationId xmlns:a16="http://schemas.microsoft.com/office/drawing/2014/main" id="{B2407E5A-1394-4D36-B422-A05AC6D79EF3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38" name="CHROME_gutter5">
            <a:extLst>
              <a:ext uri="{FF2B5EF4-FFF2-40B4-BE49-F238E27FC236}">
                <a16:creationId xmlns:a16="http://schemas.microsoft.com/office/drawing/2014/main" id="{A32FB1CC-EE6A-422A-9298-F5D9EBA334EB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39" name="CHROME_gutter6">
            <a:extLst>
              <a:ext uri="{FF2B5EF4-FFF2-40B4-BE49-F238E27FC236}">
                <a16:creationId xmlns:a16="http://schemas.microsoft.com/office/drawing/2014/main" id="{D00A32A2-CD52-40D2-B865-F1E2B2D9F288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40" name="CHROME_gutter7">
            <a:extLst>
              <a:ext uri="{FF2B5EF4-FFF2-40B4-BE49-F238E27FC236}">
                <a16:creationId xmlns:a16="http://schemas.microsoft.com/office/drawing/2014/main" id="{96D088F6-207D-4712-892B-E7A5AFA5A5F2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41" name="CHROME_telemetry">
            <a:extLst>
              <a:ext uri="{FF2B5EF4-FFF2-40B4-BE49-F238E27FC236}">
                <a16:creationId xmlns:a16="http://schemas.microsoft.com/office/drawing/2014/main" id="{FD385B2A-3D98-40DF-AAA0-82F61CCAF5FC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90CB-D6BF-CD1D-BDC9-DD8F897C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4">
            <a:extLst>
              <a:ext uri="{FF2B5EF4-FFF2-40B4-BE49-F238E27FC236}">
                <a16:creationId xmlns:a16="http://schemas.microsoft.com/office/drawing/2014/main" id="{731BD6F6-0813-0F46-9E11-6D80963685F3}"/>
              </a:ext>
            </a:extLst>
          </p:cNvPr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KEY IDEA</a:t>
            </a:r>
          </a:p>
        </p:txBody>
      </p:sp>
      <p:sp>
        <p:nvSpPr>
          <p:cNvPr id="7" name="TextBox 45">
            <a:extLst>
              <a:ext uri="{FF2B5EF4-FFF2-40B4-BE49-F238E27FC236}">
                <a16:creationId xmlns:a16="http://schemas.microsoft.com/office/drawing/2014/main" id="{C0DB29A6-05BF-C125-0AD7-9F27DE12D591}"/>
              </a:ext>
            </a:extLst>
          </p:cNvPr>
          <p:cNvSpPr txBox="1"/>
          <p:nvPr/>
        </p:nvSpPr>
        <p:spPr>
          <a:xfrm>
            <a:off x="566928" y="829425"/>
            <a:ext cx="98755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000" b="1" dirty="0">
                <a:solidFill>
                  <a:srgbClr val="F7FAFF"/>
                </a:solidFill>
                <a:latin typeface="Aptos Display"/>
              </a:rPr>
              <a:t>Titulo</a:t>
            </a:r>
            <a:endParaRPr sz="3000" b="1" dirty="0">
              <a:solidFill>
                <a:srgbClr val="F7FAFF"/>
              </a:solidFill>
              <a:latin typeface="Aptos Display"/>
            </a:endParaRP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472B43D-3907-723F-110E-FB66F0BDD995}"/>
              </a:ext>
            </a:extLst>
          </p:cNvPr>
          <p:cNvSpPr/>
          <p:nvPr/>
        </p:nvSpPr>
        <p:spPr>
          <a:xfrm>
            <a:off x="640080" y="1691640"/>
            <a:ext cx="10424160" cy="4206240"/>
          </a:xfrm>
          <a:prstGeom prst="roundRect">
            <a:avLst/>
          </a:prstGeom>
          <a:solidFill>
            <a:srgbClr val="010812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89580B5D-9BEE-9853-31C6-2D6645BDC758}"/>
              </a:ext>
            </a:extLst>
          </p:cNvPr>
          <p:cNvSpPr txBox="1"/>
          <p:nvPr/>
        </p:nvSpPr>
        <p:spPr>
          <a:xfrm>
            <a:off x="914400" y="1901952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BA00"/>
                </a:solidFill>
                <a:latin typeface="Consolas"/>
              </a:rPr>
              <a:t>&gt; system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B6CBDB2C-9F7F-A3ED-1BEE-998B1840C10C}"/>
              </a:ext>
            </a:extLst>
          </p:cNvPr>
          <p:cNvSpPr txBox="1"/>
          <p:nvPr/>
        </p:nvSpPr>
        <p:spPr>
          <a:xfrm>
            <a:off x="914400" y="2395728"/>
            <a:ext cx="9509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dirty="0">
                <a:solidFill>
                  <a:srgbClr val="F8FBFF"/>
                </a:solidFill>
                <a:latin typeface="Consolas"/>
              </a:rPr>
              <a:t>Define el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rol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, el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objetivo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 y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los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límites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.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D6B82B7E-9CF6-7747-9A15-2CB0B79AF3F9}"/>
              </a:ext>
            </a:extLst>
          </p:cNvPr>
          <p:cNvSpPr txBox="1"/>
          <p:nvPr/>
        </p:nvSpPr>
        <p:spPr>
          <a:xfrm>
            <a:off x="914400" y="3246120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Consolas"/>
              </a:rPr>
              <a:t>&gt; context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80CA56B4-47D1-91D5-4B85-A231B939CEBC}"/>
              </a:ext>
            </a:extLst>
          </p:cNvPr>
          <p:cNvSpPr txBox="1"/>
          <p:nvPr/>
        </p:nvSpPr>
        <p:spPr>
          <a:xfrm>
            <a:off x="914400" y="3730752"/>
            <a:ext cx="9509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8FBFF"/>
                </a:solidFill>
                <a:latin typeface="Consolas"/>
              </a:rPr>
              <a:t>Añade datos, ejemplos y conocimiento útil.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BA4D277D-1523-BCB0-2D2F-80FD5CA752DD}"/>
              </a:ext>
            </a:extLst>
          </p:cNvPr>
          <p:cNvSpPr txBox="1"/>
          <p:nvPr/>
        </p:nvSpPr>
        <p:spPr>
          <a:xfrm>
            <a:off x="914400" y="4572000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B900"/>
                </a:solidFill>
                <a:latin typeface="Consolas"/>
              </a:rPr>
              <a:t>&gt; output</a:t>
            </a:r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4FB51F50-D551-B8C9-992E-4953E24896FB}"/>
              </a:ext>
            </a:extLst>
          </p:cNvPr>
          <p:cNvSpPr txBox="1"/>
          <p:nvPr/>
        </p:nvSpPr>
        <p:spPr>
          <a:xfrm>
            <a:off x="914400" y="5029200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8FBFF"/>
                </a:solidFill>
                <a:latin typeface="Consolas"/>
              </a:rPr>
              <a:t>Pide formato, criterio y nivel de detalle.</a:t>
            </a:r>
          </a:p>
        </p:txBody>
      </p:sp>
      <p:sp>
        <p:nvSpPr>
          <p:cNvPr id="27" name="CHROME_dot0">
            <a:extLst>
              <a:ext uri="{FF2B5EF4-FFF2-40B4-BE49-F238E27FC236}">
                <a16:creationId xmlns:a16="http://schemas.microsoft.com/office/drawing/2014/main" id="{3BBFB07D-4353-4F69-BE28-FB857AD0E9D3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8" name="CHROME_dot1">
            <a:extLst>
              <a:ext uri="{FF2B5EF4-FFF2-40B4-BE49-F238E27FC236}">
                <a16:creationId xmlns:a16="http://schemas.microsoft.com/office/drawing/2014/main" id="{52D074F2-46D0-4612-BA47-3D0AD5A3F176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9" name="CHROME_dot2">
            <a:extLst>
              <a:ext uri="{FF2B5EF4-FFF2-40B4-BE49-F238E27FC236}">
                <a16:creationId xmlns:a16="http://schemas.microsoft.com/office/drawing/2014/main" id="{9258BD93-CA62-4527-A8CC-22ECEADDA85C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0" name="CHROME_dot3">
            <a:extLst>
              <a:ext uri="{FF2B5EF4-FFF2-40B4-BE49-F238E27FC236}">
                <a16:creationId xmlns:a16="http://schemas.microsoft.com/office/drawing/2014/main" id="{3C8B5FC8-56AF-4765-83CD-59E1A06184F3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1" name="CHROME_path">
            <a:extLst>
              <a:ext uri="{FF2B5EF4-FFF2-40B4-BE49-F238E27FC236}">
                <a16:creationId xmlns:a16="http://schemas.microsoft.com/office/drawing/2014/main" id="{CA18AEA4-DC63-4AEB-A4EC-A8D05EC87B5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32" name="CHROME_caret">
            <a:extLst>
              <a:ext uri="{FF2B5EF4-FFF2-40B4-BE49-F238E27FC236}">
                <a16:creationId xmlns:a16="http://schemas.microsoft.com/office/drawing/2014/main" id="{798F9AD6-0A28-434C-A772-61B5C2EF35F7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3" name="CHROME_rule0">
            <a:extLst>
              <a:ext uri="{FF2B5EF4-FFF2-40B4-BE49-F238E27FC236}">
                <a16:creationId xmlns:a16="http://schemas.microsoft.com/office/drawing/2014/main" id="{49894CCD-7D26-4A07-A144-8AD17E4927D1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4" name="CHROME_rule1">
            <a:extLst>
              <a:ext uri="{FF2B5EF4-FFF2-40B4-BE49-F238E27FC236}">
                <a16:creationId xmlns:a16="http://schemas.microsoft.com/office/drawing/2014/main" id="{F99B36FF-15B6-4C6C-8244-C2B48E14C81A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5" name="CHROME_rule2">
            <a:extLst>
              <a:ext uri="{FF2B5EF4-FFF2-40B4-BE49-F238E27FC236}">
                <a16:creationId xmlns:a16="http://schemas.microsoft.com/office/drawing/2014/main" id="{FF92D225-6594-4F03-8A66-5D13AD9A4B73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6" name="CHROME_rule3">
            <a:extLst>
              <a:ext uri="{FF2B5EF4-FFF2-40B4-BE49-F238E27FC236}">
                <a16:creationId xmlns:a16="http://schemas.microsoft.com/office/drawing/2014/main" id="{66D9A630-88EE-47E5-BDB9-849CF6FBC67E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7" name="CHROME_gutter0">
            <a:extLst>
              <a:ext uri="{FF2B5EF4-FFF2-40B4-BE49-F238E27FC236}">
                <a16:creationId xmlns:a16="http://schemas.microsoft.com/office/drawing/2014/main" id="{4947736A-D1C9-4E5D-8ACE-795DA6E40DD4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38" name="CHROME_gutter1">
            <a:extLst>
              <a:ext uri="{FF2B5EF4-FFF2-40B4-BE49-F238E27FC236}">
                <a16:creationId xmlns:a16="http://schemas.microsoft.com/office/drawing/2014/main" id="{A6D652A8-D3FD-4EE9-9D86-BCB89EA06720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39" name="CHROME_gutter2">
            <a:extLst>
              <a:ext uri="{FF2B5EF4-FFF2-40B4-BE49-F238E27FC236}">
                <a16:creationId xmlns:a16="http://schemas.microsoft.com/office/drawing/2014/main" id="{E3F13ECE-C52F-4837-A422-55D4D5E72C9A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40" name="CHROME_gutter3">
            <a:extLst>
              <a:ext uri="{FF2B5EF4-FFF2-40B4-BE49-F238E27FC236}">
                <a16:creationId xmlns:a16="http://schemas.microsoft.com/office/drawing/2014/main" id="{E76CA41A-D936-4230-AEDC-ABB8239856B9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41" name="CHROME_gutter4">
            <a:extLst>
              <a:ext uri="{FF2B5EF4-FFF2-40B4-BE49-F238E27FC236}">
                <a16:creationId xmlns:a16="http://schemas.microsoft.com/office/drawing/2014/main" id="{3F4B8963-F23D-4AF5-B79F-5F2346683E3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42" name="CHROME_gutter5">
            <a:extLst>
              <a:ext uri="{FF2B5EF4-FFF2-40B4-BE49-F238E27FC236}">
                <a16:creationId xmlns:a16="http://schemas.microsoft.com/office/drawing/2014/main" id="{A4CA5D54-7962-4CA4-B970-3D46CF2E96CC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43" name="CHROME_gutter6">
            <a:extLst>
              <a:ext uri="{FF2B5EF4-FFF2-40B4-BE49-F238E27FC236}">
                <a16:creationId xmlns:a16="http://schemas.microsoft.com/office/drawing/2014/main" id="{6C5C9223-8B9C-46A6-B69C-D73BB80269EE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44" name="CHROME_gutter7">
            <a:extLst>
              <a:ext uri="{FF2B5EF4-FFF2-40B4-BE49-F238E27FC236}">
                <a16:creationId xmlns:a16="http://schemas.microsoft.com/office/drawing/2014/main" id="{711673F4-628C-416C-B66E-631F5EF94ED7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45" name="CHROME_telemetry">
            <a:extLst>
              <a:ext uri="{FF2B5EF4-FFF2-40B4-BE49-F238E27FC236}">
                <a16:creationId xmlns:a16="http://schemas.microsoft.com/office/drawing/2014/main" id="{18DA655C-8ED9-4A3B-B8D3-EF8DDC6F28D1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70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2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67C6A-9172-CE58-0AF7-27846B12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4">
            <a:extLst>
              <a:ext uri="{FF2B5EF4-FFF2-40B4-BE49-F238E27FC236}">
                <a16:creationId xmlns:a16="http://schemas.microsoft.com/office/drawing/2014/main" id="{DF9A6B00-B2B1-5782-C2EC-74F0A73AAFE3}"/>
              </a:ext>
            </a:extLst>
          </p:cNvPr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KEY IDEA</a:t>
            </a:r>
          </a:p>
        </p:txBody>
      </p:sp>
      <p:sp>
        <p:nvSpPr>
          <p:cNvPr id="7" name="TextBox 45">
            <a:extLst>
              <a:ext uri="{FF2B5EF4-FFF2-40B4-BE49-F238E27FC236}">
                <a16:creationId xmlns:a16="http://schemas.microsoft.com/office/drawing/2014/main" id="{6E319B55-92DA-47AD-F234-94A6359E931B}"/>
              </a:ext>
            </a:extLst>
          </p:cNvPr>
          <p:cNvSpPr txBox="1"/>
          <p:nvPr/>
        </p:nvSpPr>
        <p:spPr>
          <a:xfrm>
            <a:off x="566928" y="829425"/>
            <a:ext cx="98755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000" b="1" dirty="0">
                <a:solidFill>
                  <a:srgbClr val="F7FAFF"/>
                </a:solidFill>
                <a:latin typeface="Aptos Display"/>
              </a:rPr>
              <a:t>Titulo</a:t>
            </a:r>
            <a:endParaRPr sz="3000" b="1" dirty="0">
              <a:solidFill>
                <a:srgbClr val="F7FAFF"/>
              </a:solidFill>
              <a:latin typeface="Aptos Display"/>
            </a:endParaRP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ADCB485B-2542-FB44-6788-78FC30E3A2C6}"/>
              </a:ext>
            </a:extLst>
          </p:cNvPr>
          <p:cNvSpPr/>
          <p:nvPr/>
        </p:nvSpPr>
        <p:spPr>
          <a:xfrm>
            <a:off x="640080" y="1689100"/>
            <a:ext cx="10424160" cy="4203700"/>
          </a:xfrm>
          <a:prstGeom prst="roundRect">
            <a:avLst/>
          </a:prstGeom>
          <a:solidFill>
            <a:srgbClr val="010812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8F2C522C-178F-DFD6-C00D-FA1525268B43}"/>
              </a:ext>
            </a:extLst>
          </p:cNvPr>
          <p:cNvSpPr txBox="1"/>
          <p:nvPr/>
        </p:nvSpPr>
        <p:spPr>
          <a:xfrm>
            <a:off x="914400" y="1901952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BA00"/>
                </a:solidFill>
                <a:latin typeface="Consolas"/>
              </a:rPr>
              <a:t>&gt; system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41CFA672-EC71-FE74-9DB8-7322C5E99823}"/>
              </a:ext>
            </a:extLst>
          </p:cNvPr>
          <p:cNvSpPr txBox="1"/>
          <p:nvPr/>
        </p:nvSpPr>
        <p:spPr>
          <a:xfrm>
            <a:off x="914400" y="2395728"/>
            <a:ext cx="9509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dirty="0">
                <a:solidFill>
                  <a:srgbClr val="F8FBFF"/>
                </a:solidFill>
                <a:latin typeface="Consolas"/>
              </a:rPr>
              <a:t>Define el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rol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, el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objetivo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 y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los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 </a:t>
            </a:r>
            <a:r>
              <a:rPr sz="1900" b="0" dirty="0" err="1">
                <a:solidFill>
                  <a:srgbClr val="F8FBFF"/>
                </a:solidFill>
                <a:latin typeface="Consolas"/>
              </a:rPr>
              <a:t>límites</a:t>
            </a:r>
            <a:r>
              <a:rPr sz="1900" b="0" dirty="0">
                <a:solidFill>
                  <a:srgbClr val="F8FBFF"/>
                </a:solidFill>
                <a:latin typeface="Consolas"/>
              </a:rPr>
              <a:t>.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E876276E-C661-6297-083C-C32DCF8E1F6C}"/>
              </a:ext>
            </a:extLst>
          </p:cNvPr>
          <p:cNvSpPr txBox="1"/>
          <p:nvPr/>
        </p:nvSpPr>
        <p:spPr>
          <a:xfrm>
            <a:off x="914400" y="3246120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Consolas"/>
              </a:rPr>
              <a:t>&gt; context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DA059801-7FE3-0B84-E28C-57FA32A712A5}"/>
              </a:ext>
            </a:extLst>
          </p:cNvPr>
          <p:cNvSpPr txBox="1"/>
          <p:nvPr/>
        </p:nvSpPr>
        <p:spPr>
          <a:xfrm>
            <a:off x="914400" y="3730752"/>
            <a:ext cx="9509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8FBFF"/>
                </a:solidFill>
                <a:latin typeface="Consolas"/>
              </a:rPr>
              <a:t>Añade datos, ejemplos y conocimiento útil.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B4803B15-C46B-837C-5C3E-7369E5693A85}"/>
              </a:ext>
            </a:extLst>
          </p:cNvPr>
          <p:cNvSpPr txBox="1"/>
          <p:nvPr/>
        </p:nvSpPr>
        <p:spPr>
          <a:xfrm>
            <a:off x="914400" y="4572000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B900"/>
                </a:solidFill>
                <a:latin typeface="Consolas"/>
              </a:rPr>
              <a:t>&gt; output</a:t>
            </a:r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735685FD-D529-8493-BA89-113E65C08919}"/>
              </a:ext>
            </a:extLst>
          </p:cNvPr>
          <p:cNvSpPr txBox="1"/>
          <p:nvPr/>
        </p:nvSpPr>
        <p:spPr>
          <a:xfrm>
            <a:off x="914400" y="5029200"/>
            <a:ext cx="9509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8FBFF"/>
                </a:solidFill>
                <a:latin typeface="Consolas"/>
              </a:rPr>
              <a:t>Pide formato, criterio y nivel de detalle.</a:t>
            </a:r>
          </a:p>
        </p:txBody>
      </p:sp>
      <p:sp>
        <p:nvSpPr>
          <p:cNvPr id="2" name="CHROME_dot0">
            <a:extLst>
              <a:ext uri="{FF2B5EF4-FFF2-40B4-BE49-F238E27FC236}">
                <a16:creationId xmlns:a16="http://schemas.microsoft.com/office/drawing/2014/main" id="{9F2B99EF-6E92-4B22-BC1F-A30FF1DE7068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" name="CHROME_dot1">
            <a:extLst>
              <a:ext uri="{FF2B5EF4-FFF2-40B4-BE49-F238E27FC236}">
                <a16:creationId xmlns:a16="http://schemas.microsoft.com/office/drawing/2014/main" id="{9C6CFB88-8C0E-4364-AF6F-8C640787A446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" name="CHROME_dot2">
            <a:extLst>
              <a:ext uri="{FF2B5EF4-FFF2-40B4-BE49-F238E27FC236}">
                <a16:creationId xmlns:a16="http://schemas.microsoft.com/office/drawing/2014/main" id="{7B790361-D21F-4A8E-BE2B-5BB5A9604437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" name="CHROME_dot3">
            <a:extLst>
              <a:ext uri="{FF2B5EF4-FFF2-40B4-BE49-F238E27FC236}">
                <a16:creationId xmlns:a16="http://schemas.microsoft.com/office/drawing/2014/main" id="{5A2592E7-AE96-45AD-BEE2-7DD1431FEFCD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" name="CHROME_path">
            <a:extLst>
              <a:ext uri="{FF2B5EF4-FFF2-40B4-BE49-F238E27FC236}">
                <a16:creationId xmlns:a16="http://schemas.microsoft.com/office/drawing/2014/main" id="{23F0E273-4405-4A06-8567-68D0D8817764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9" name="CHROME_caret">
            <a:extLst>
              <a:ext uri="{FF2B5EF4-FFF2-40B4-BE49-F238E27FC236}">
                <a16:creationId xmlns:a16="http://schemas.microsoft.com/office/drawing/2014/main" id="{FF323B2F-977C-4A92-BCD2-C90E3AB562C6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" name="CHROME_rule0">
            <a:extLst>
              <a:ext uri="{FF2B5EF4-FFF2-40B4-BE49-F238E27FC236}">
                <a16:creationId xmlns:a16="http://schemas.microsoft.com/office/drawing/2014/main" id="{B5C3445E-C942-4B5D-940C-734DC94DD8C2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" name="CHROME_rule1">
            <a:extLst>
              <a:ext uri="{FF2B5EF4-FFF2-40B4-BE49-F238E27FC236}">
                <a16:creationId xmlns:a16="http://schemas.microsoft.com/office/drawing/2014/main" id="{B557DE25-8DA9-4532-9F89-87B2AD5F7946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" name="CHROME_rule2">
            <a:extLst>
              <a:ext uri="{FF2B5EF4-FFF2-40B4-BE49-F238E27FC236}">
                <a16:creationId xmlns:a16="http://schemas.microsoft.com/office/drawing/2014/main" id="{86B1F62C-7FB9-4DD8-8BFC-51491B06AE6A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" name="CHROME_rule3">
            <a:extLst>
              <a:ext uri="{FF2B5EF4-FFF2-40B4-BE49-F238E27FC236}">
                <a16:creationId xmlns:a16="http://schemas.microsoft.com/office/drawing/2014/main" id="{146E5D3C-B375-4432-846B-ACA4A7F4F1A6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5" name="CHROME_gutter0">
            <a:extLst>
              <a:ext uri="{FF2B5EF4-FFF2-40B4-BE49-F238E27FC236}">
                <a16:creationId xmlns:a16="http://schemas.microsoft.com/office/drawing/2014/main" id="{177B3A98-63AE-4D62-ADBE-AAF6CB429024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17" name="CHROME_gutter1">
            <a:extLst>
              <a:ext uri="{FF2B5EF4-FFF2-40B4-BE49-F238E27FC236}">
                <a16:creationId xmlns:a16="http://schemas.microsoft.com/office/drawing/2014/main" id="{AA7AF6F7-3E26-43D1-9CA9-73E17DF0A72F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19" name="CHROME_gutter2">
            <a:extLst>
              <a:ext uri="{FF2B5EF4-FFF2-40B4-BE49-F238E27FC236}">
                <a16:creationId xmlns:a16="http://schemas.microsoft.com/office/drawing/2014/main" id="{808BA366-B7EE-4773-B951-A8C21C0027D4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21" name="CHROME_gutter3">
            <a:extLst>
              <a:ext uri="{FF2B5EF4-FFF2-40B4-BE49-F238E27FC236}">
                <a16:creationId xmlns:a16="http://schemas.microsoft.com/office/drawing/2014/main" id="{DEC73851-F65D-4205-B6E1-A4C9A620861E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23" name="CHROME_gutter4">
            <a:extLst>
              <a:ext uri="{FF2B5EF4-FFF2-40B4-BE49-F238E27FC236}">
                <a16:creationId xmlns:a16="http://schemas.microsoft.com/office/drawing/2014/main" id="{B07EA4E6-6DE8-48B4-94B7-1817E409D159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25" name="CHROME_gutter5">
            <a:extLst>
              <a:ext uri="{FF2B5EF4-FFF2-40B4-BE49-F238E27FC236}">
                <a16:creationId xmlns:a16="http://schemas.microsoft.com/office/drawing/2014/main" id="{7CA566FC-27EE-4095-A1CF-4DEC4BC58D3B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27" name="CHROME_gutter6">
            <a:extLst>
              <a:ext uri="{FF2B5EF4-FFF2-40B4-BE49-F238E27FC236}">
                <a16:creationId xmlns:a16="http://schemas.microsoft.com/office/drawing/2014/main" id="{B7B8D300-0DA7-49E5-B02F-FC1509F1A056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28" name="CHROME_gutter7">
            <a:extLst>
              <a:ext uri="{FF2B5EF4-FFF2-40B4-BE49-F238E27FC236}">
                <a16:creationId xmlns:a16="http://schemas.microsoft.com/office/drawing/2014/main" id="{792D01E2-32C0-4544-81B5-0102ABB36951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29" name="CHROME_telemetry">
            <a:extLst>
              <a:ext uri="{FF2B5EF4-FFF2-40B4-BE49-F238E27FC236}">
                <a16:creationId xmlns:a16="http://schemas.microsoft.com/office/drawing/2014/main" id="{DC65B560-B974-4546-B3C1-7F3E1687E8CB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708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36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Aptos"/>
              </a:rPr>
              <a:t>FLOW / SESSION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Agenda en formato de módulos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Más flexible que la típica lista lineal.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1874519"/>
            <a:ext cx="2148840" cy="19202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49" name="Connector 48"/>
          <p:cNvCxnSpPr/>
          <p:nvPr/>
        </p:nvCxnSpPr>
        <p:spPr>
          <a:xfrm>
            <a:off x="713232" y="1874519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3232" y="1874519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97480" y="1874519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62072" y="1874519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13232" y="3630167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3232" y="3794759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697480" y="3794759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862072" y="3630167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77824" y="2039112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5022"/>
                </a:solidFill>
                <a:latin typeface="Aptos Display"/>
              </a:rPr>
              <a:t>01</a:t>
            </a:r>
          </a:p>
        </p:txBody>
      </p:sp>
      <p:sp>
        <p:nvSpPr>
          <p:cNvPr id="58" name="Hexagon 57"/>
          <p:cNvSpPr/>
          <p:nvPr/>
        </p:nvSpPr>
        <p:spPr>
          <a:xfrm>
            <a:off x="2130552" y="2103120"/>
            <a:ext cx="420624" cy="420624"/>
          </a:xfrm>
          <a:prstGeom prst="hexagon">
            <a:avLst/>
          </a:prstGeom>
          <a:solidFill>
            <a:srgbClr val="F25022"/>
          </a:solidFill>
          <a:ln w="1270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7824" y="2478024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7FAFF"/>
                </a:solidFill>
                <a:latin typeface="Aptos Display"/>
              </a:rPr>
              <a:t>PROBLEMA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301752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Qué queremos resolver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9272" y="2359152"/>
            <a:ext cx="2148840" cy="19202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3319272" y="2359152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319272" y="2359152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303520" y="2359152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468112" y="2359152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319272" y="4114800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19272" y="4279392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303520" y="4279392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468112" y="4114800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483864" y="252374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 Display"/>
              </a:rPr>
              <a:t>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90872" y="2587752"/>
            <a:ext cx="109728" cy="4389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837176" y="2660904"/>
            <a:ext cx="109728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83480" y="2734056"/>
            <a:ext cx="109728" cy="256031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483864" y="2962656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7FAFF"/>
                </a:solidFill>
                <a:latin typeface="Aptos Display"/>
              </a:rPr>
              <a:t>SEÑAL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83864" y="3502152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Qué contexto usamos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25312" y="1874519"/>
            <a:ext cx="2148840" cy="19202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Connector 76"/>
          <p:cNvCxnSpPr/>
          <p:nvPr/>
        </p:nvCxnSpPr>
        <p:spPr>
          <a:xfrm>
            <a:off x="5925312" y="1874519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925312" y="1874519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909560" y="1874519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074152" y="1874519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925312" y="3630167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25312" y="3794759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09560" y="3794759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74152" y="3630167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089904" y="2039112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BA00"/>
                </a:solidFill>
                <a:latin typeface="Aptos Display"/>
              </a:rPr>
              <a:t>03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51192" y="2039112"/>
            <a:ext cx="499262" cy="499262"/>
          </a:xfrm>
          <a:prstGeom prst="roundRect">
            <a:avLst/>
          </a:prstGeom>
          <a:solidFill>
            <a:srgbClr val="0C2442"/>
          </a:solidFill>
          <a:ln w="2032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206387" y="2109520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756854" y="2109520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206387" y="2205532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756854" y="2205532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206387" y="2301544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756854" y="2301544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206387" y="2397555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756854" y="2397555"/>
            <a:ext cx="38404" cy="2560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321600" y="1994307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321600" y="2544774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7417612" y="1994307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417612" y="2544774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513624" y="1994307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513624" y="2544774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7609635" y="1994307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609635" y="2544774"/>
            <a:ext cx="25603" cy="3840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385608" y="2173528"/>
            <a:ext cx="89611" cy="89611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494421" y="2173528"/>
            <a:ext cx="89611" cy="89611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385608" y="2282341"/>
            <a:ext cx="89611" cy="89611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494421" y="2282341"/>
            <a:ext cx="89611" cy="89611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089904" y="2478024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7FAFF"/>
                </a:solidFill>
                <a:latin typeface="Aptos Display"/>
              </a:rPr>
              <a:t>INTELIGENCIA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9904" y="301752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Qué hace la IA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31352" y="2359152"/>
            <a:ext cx="2148840" cy="19202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8531352" y="2359152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531352" y="2359152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515600" y="2359152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680192" y="2359152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531352" y="4114800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531352" y="4279392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515600" y="4279392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680192" y="4114800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8695944" y="252374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B900"/>
                </a:solidFill>
                <a:latin typeface="Aptos Display"/>
              </a:rPr>
              <a:t>04</a:t>
            </a:r>
          </a:p>
        </p:txBody>
      </p:sp>
      <p:sp>
        <p:nvSpPr>
          <p:cNvPr id="119" name="Chevron 118"/>
          <p:cNvSpPr/>
          <p:nvPr/>
        </p:nvSpPr>
        <p:spPr>
          <a:xfrm>
            <a:off x="9902952" y="2578608"/>
            <a:ext cx="475488" cy="365760"/>
          </a:xfrm>
          <a:prstGeom prst="chevron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695944" y="2962656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7FAFF"/>
                </a:solidFill>
                <a:latin typeface="Aptos Display"/>
              </a:rPr>
              <a:t>IMPACTO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95944" y="3502152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2B6CD"/>
                </a:solidFill>
                <a:latin typeface="Aptos Display"/>
              </a:rPr>
              <a:t>Qué cambia en negocio</a:t>
            </a:r>
          </a:p>
        </p:txBody>
      </p:sp>
      <p:pic>
        <p:nvPicPr>
          <p:cNvPr id="709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124" name="CHROME_dot0">
            <a:extLst>
              <a:ext uri="{FF2B5EF4-FFF2-40B4-BE49-F238E27FC236}">
                <a16:creationId xmlns:a16="http://schemas.microsoft.com/office/drawing/2014/main" id="{1D3F7A86-2192-4226-B3BC-D04A2CD472EC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5" name="CHROME_dot1">
            <a:extLst>
              <a:ext uri="{FF2B5EF4-FFF2-40B4-BE49-F238E27FC236}">
                <a16:creationId xmlns:a16="http://schemas.microsoft.com/office/drawing/2014/main" id="{02059A19-EC2D-4DF6-A76A-3B9667DB056A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6" name="CHROME_dot2">
            <a:extLst>
              <a:ext uri="{FF2B5EF4-FFF2-40B4-BE49-F238E27FC236}">
                <a16:creationId xmlns:a16="http://schemas.microsoft.com/office/drawing/2014/main" id="{C543C196-4947-46FB-A989-07E852406A31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7" name="CHROME_dot3">
            <a:extLst>
              <a:ext uri="{FF2B5EF4-FFF2-40B4-BE49-F238E27FC236}">
                <a16:creationId xmlns:a16="http://schemas.microsoft.com/office/drawing/2014/main" id="{A805C0D4-FEEA-4767-93D7-FC8E1BF3EFB4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8" name="CHROME_path">
            <a:extLst>
              <a:ext uri="{FF2B5EF4-FFF2-40B4-BE49-F238E27FC236}">
                <a16:creationId xmlns:a16="http://schemas.microsoft.com/office/drawing/2014/main" id="{3E5248CD-3FB0-4469-BFA9-E81ED0633FBF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129" name="CHROME_caret">
            <a:extLst>
              <a:ext uri="{FF2B5EF4-FFF2-40B4-BE49-F238E27FC236}">
                <a16:creationId xmlns:a16="http://schemas.microsoft.com/office/drawing/2014/main" id="{8CE50084-D19A-4520-9EDE-9D64E612F4E7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0" name="CHROME_rule0">
            <a:extLst>
              <a:ext uri="{FF2B5EF4-FFF2-40B4-BE49-F238E27FC236}">
                <a16:creationId xmlns:a16="http://schemas.microsoft.com/office/drawing/2014/main" id="{7BA31D4E-C826-4935-93D5-EED7C666876E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1" name="CHROME_rule1">
            <a:extLst>
              <a:ext uri="{FF2B5EF4-FFF2-40B4-BE49-F238E27FC236}">
                <a16:creationId xmlns:a16="http://schemas.microsoft.com/office/drawing/2014/main" id="{42EF9929-635E-4557-9E20-DB4342680611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2" name="CHROME_rule2">
            <a:extLst>
              <a:ext uri="{FF2B5EF4-FFF2-40B4-BE49-F238E27FC236}">
                <a16:creationId xmlns:a16="http://schemas.microsoft.com/office/drawing/2014/main" id="{ECF54028-EB55-4044-BAD7-95CC50C50C60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3" name="CHROME_rule3">
            <a:extLst>
              <a:ext uri="{FF2B5EF4-FFF2-40B4-BE49-F238E27FC236}">
                <a16:creationId xmlns:a16="http://schemas.microsoft.com/office/drawing/2014/main" id="{C59D03D2-FDE3-49CA-930F-D1C0BFE0D06D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34" name="CHROME_gutter0">
            <a:extLst>
              <a:ext uri="{FF2B5EF4-FFF2-40B4-BE49-F238E27FC236}">
                <a16:creationId xmlns:a16="http://schemas.microsoft.com/office/drawing/2014/main" id="{0D0D9BF2-D5B0-4846-BA1B-116A6F871170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135" name="CHROME_gutter1">
            <a:extLst>
              <a:ext uri="{FF2B5EF4-FFF2-40B4-BE49-F238E27FC236}">
                <a16:creationId xmlns:a16="http://schemas.microsoft.com/office/drawing/2014/main" id="{788F2AA2-7C39-4914-9899-8F42094EDAA8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136" name="CHROME_gutter2">
            <a:extLst>
              <a:ext uri="{FF2B5EF4-FFF2-40B4-BE49-F238E27FC236}">
                <a16:creationId xmlns:a16="http://schemas.microsoft.com/office/drawing/2014/main" id="{48E1372D-8712-48DF-B130-28BA351538A7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137" name="CHROME_gutter3">
            <a:extLst>
              <a:ext uri="{FF2B5EF4-FFF2-40B4-BE49-F238E27FC236}">
                <a16:creationId xmlns:a16="http://schemas.microsoft.com/office/drawing/2014/main" id="{7C924CDF-F4DF-456E-BFCF-E0249B5C2592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138" name="CHROME_gutter4">
            <a:extLst>
              <a:ext uri="{FF2B5EF4-FFF2-40B4-BE49-F238E27FC236}">
                <a16:creationId xmlns:a16="http://schemas.microsoft.com/office/drawing/2014/main" id="{F9E5133C-6EF4-4E1A-8EF0-0B31AF0B5061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139" name="CHROME_gutter5">
            <a:extLst>
              <a:ext uri="{FF2B5EF4-FFF2-40B4-BE49-F238E27FC236}">
                <a16:creationId xmlns:a16="http://schemas.microsoft.com/office/drawing/2014/main" id="{0D735FCE-ABDD-42F6-BECA-D86426655362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40" name="CHROME_gutter6">
            <a:extLst>
              <a:ext uri="{FF2B5EF4-FFF2-40B4-BE49-F238E27FC236}">
                <a16:creationId xmlns:a16="http://schemas.microsoft.com/office/drawing/2014/main" id="{C1E88DDE-C539-4B22-AB46-1A05DA9463E3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41" name="CHROME_gutter7">
            <a:extLst>
              <a:ext uri="{FF2B5EF4-FFF2-40B4-BE49-F238E27FC236}">
                <a16:creationId xmlns:a16="http://schemas.microsoft.com/office/drawing/2014/main" id="{379E5814-6AA4-4E40-9EAD-A0AEEF757353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42" name="CHROME_telemetry">
            <a:extLst>
              <a:ext uri="{FF2B5EF4-FFF2-40B4-BE49-F238E27FC236}">
                <a16:creationId xmlns:a16="http://schemas.microsoft.com/office/drawing/2014/main" id="{AAFBBB98-FD57-4F1A-8CAA-2F4514660AE8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7FBA00"/>
                </a:solidFill>
                <a:latin typeface="Aptos"/>
              </a:rPr>
              <a:t>KEY IDEA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F7FAFF"/>
                </a:solidFill>
                <a:latin typeface="Aptos Display"/>
              </a:rPr>
              <a:t>Tres </a:t>
            </a:r>
            <a:r>
              <a:rPr sz="3000" b="1" dirty="0" err="1">
                <a:solidFill>
                  <a:srgbClr val="F7FAFF"/>
                </a:solidFill>
                <a:latin typeface="Aptos Display"/>
              </a:rPr>
              <a:t>conceptos</a:t>
            </a:r>
            <a:r>
              <a:rPr sz="3000" b="1" dirty="0">
                <a:solidFill>
                  <a:srgbClr val="F7FAFF"/>
                </a:solidFill>
                <a:latin typeface="Aptos Display"/>
              </a:rPr>
              <a:t>. Mucha </a:t>
            </a:r>
            <a:r>
              <a:rPr sz="3000" b="1" dirty="0" err="1">
                <a:solidFill>
                  <a:srgbClr val="F7FAFF"/>
                </a:solidFill>
                <a:latin typeface="Aptos Display"/>
              </a:rPr>
              <a:t>presencia</a:t>
            </a:r>
            <a:r>
              <a:rPr sz="3000" b="1" dirty="0">
                <a:solidFill>
                  <a:srgbClr val="F7FAFF"/>
                </a:solidFill>
                <a:latin typeface="Aptos Display"/>
              </a:rPr>
              <a:t> visual.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Sin adornos repetidos, pero con una familia clara.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2103120"/>
            <a:ext cx="3154680" cy="274320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713232" y="210312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3232" y="2103120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3320" y="210312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67912" y="2103120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13232" y="4681728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3232" y="484632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03320" y="484632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67912" y="4681728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14400" y="237744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5022"/>
                </a:solidFill>
                <a:latin typeface="Aptos Display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29260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Aptos Display"/>
              </a:rPr>
              <a:t>PROMPT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36576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2B6CD"/>
                </a:solidFill>
                <a:latin typeface="Aptos Display"/>
              </a:rPr>
              <a:t>Qué pedimos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136392" y="4434840"/>
            <a:ext cx="320040" cy="0"/>
          </a:xfrm>
          <a:prstGeom prst="line">
            <a:avLst/>
          </a:prstGeom>
          <a:ln w="1524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136392" y="4562855"/>
            <a:ext cx="320040" cy="0"/>
          </a:xfrm>
          <a:prstGeom prst="line">
            <a:avLst/>
          </a:prstGeom>
          <a:ln w="1524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136392" y="4690872"/>
            <a:ext cx="320040" cy="0"/>
          </a:xfrm>
          <a:prstGeom prst="line">
            <a:avLst/>
          </a:prstGeom>
          <a:ln w="1524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136392" y="4818888"/>
            <a:ext cx="320040" cy="0"/>
          </a:xfrm>
          <a:prstGeom prst="line">
            <a:avLst/>
          </a:prstGeom>
          <a:ln w="1524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136392" y="4946904"/>
            <a:ext cx="320040" cy="0"/>
          </a:xfrm>
          <a:prstGeom prst="line">
            <a:avLst/>
          </a:prstGeom>
          <a:ln w="1524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507992" y="2103120"/>
            <a:ext cx="3154680" cy="274320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4507992" y="2103120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07992" y="2103120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8080" y="2103120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662672" y="2103120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07992" y="4681728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07992" y="4846320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98080" y="4846320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662672" y="4681728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709160" y="237744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Aptos Display"/>
              </a:rPr>
              <a:t>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9160" y="29260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Aptos Display"/>
              </a:rPr>
              <a:t>CONTEXT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6576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2B6CD"/>
                </a:solidFill>
                <a:latin typeface="Aptos Display"/>
              </a:rPr>
              <a:t>Qué sabe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39712" y="4370832"/>
            <a:ext cx="109728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004304" y="4370832"/>
            <a:ext cx="109728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839712" y="4535424"/>
            <a:ext cx="109728" cy="10972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004304" y="4535424"/>
            <a:ext cx="109728" cy="10972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302752" y="2103120"/>
            <a:ext cx="3154680" cy="274320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8302752" y="210312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302752" y="210312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292840" y="210312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457432" y="210312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302752" y="468172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02752" y="484632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292840" y="484632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457432" y="468172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503920" y="237744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BA00"/>
                </a:solidFill>
                <a:latin typeface="Aptos Display"/>
              </a:rPr>
              <a:t>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29260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Aptos Display"/>
              </a:rPr>
              <a:t>ACTION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0" y="36576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2B6CD"/>
                </a:solidFill>
                <a:latin typeface="Aptos Display"/>
              </a:rPr>
              <a:t>Qué hace</a:t>
            </a:r>
          </a:p>
        </p:txBody>
      </p:sp>
      <p:sp>
        <p:nvSpPr>
          <p:cNvPr id="93" name="Chevron 92"/>
          <p:cNvSpPr/>
          <p:nvPr/>
        </p:nvSpPr>
        <p:spPr>
          <a:xfrm>
            <a:off x="10634472" y="4343400"/>
            <a:ext cx="438912" cy="310896"/>
          </a:xfrm>
          <a:prstGeom prst="chevron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0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96" name="CHROME_dot0">
            <a:extLst>
              <a:ext uri="{FF2B5EF4-FFF2-40B4-BE49-F238E27FC236}">
                <a16:creationId xmlns:a16="http://schemas.microsoft.com/office/drawing/2014/main" id="{038E827B-05FA-4386-91A7-FA9DDD236396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7" name="CHROME_dot1">
            <a:extLst>
              <a:ext uri="{FF2B5EF4-FFF2-40B4-BE49-F238E27FC236}">
                <a16:creationId xmlns:a16="http://schemas.microsoft.com/office/drawing/2014/main" id="{8D2C6529-4EDB-4A5F-8ADF-59BF9F0C2D6D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8" name="CHROME_dot2">
            <a:extLst>
              <a:ext uri="{FF2B5EF4-FFF2-40B4-BE49-F238E27FC236}">
                <a16:creationId xmlns:a16="http://schemas.microsoft.com/office/drawing/2014/main" id="{3035E2E0-B761-4451-A85D-26FEED102390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9" name="CHROME_dot3">
            <a:extLst>
              <a:ext uri="{FF2B5EF4-FFF2-40B4-BE49-F238E27FC236}">
                <a16:creationId xmlns:a16="http://schemas.microsoft.com/office/drawing/2014/main" id="{BDB86B7D-373C-4C5F-8EA8-07D3AA06710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0" name="CHROME_path">
            <a:extLst>
              <a:ext uri="{FF2B5EF4-FFF2-40B4-BE49-F238E27FC236}">
                <a16:creationId xmlns:a16="http://schemas.microsoft.com/office/drawing/2014/main" id="{C6F9D462-5B18-4AE0-9AA3-41292BDA3BAE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101" name="CHROME_caret">
            <a:extLst>
              <a:ext uri="{FF2B5EF4-FFF2-40B4-BE49-F238E27FC236}">
                <a16:creationId xmlns:a16="http://schemas.microsoft.com/office/drawing/2014/main" id="{AE45D057-D5B0-4C18-BE36-F7C66519AD13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2" name="CHROME_rule0">
            <a:extLst>
              <a:ext uri="{FF2B5EF4-FFF2-40B4-BE49-F238E27FC236}">
                <a16:creationId xmlns:a16="http://schemas.microsoft.com/office/drawing/2014/main" id="{A11AFA67-1095-47A8-BF5D-937438D20737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3" name="CHROME_rule1">
            <a:extLst>
              <a:ext uri="{FF2B5EF4-FFF2-40B4-BE49-F238E27FC236}">
                <a16:creationId xmlns:a16="http://schemas.microsoft.com/office/drawing/2014/main" id="{B1215F46-4DC3-4A95-9139-3947BB4DA1C1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4" name="CHROME_rule2">
            <a:extLst>
              <a:ext uri="{FF2B5EF4-FFF2-40B4-BE49-F238E27FC236}">
                <a16:creationId xmlns:a16="http://schemas.microsoft.com/office/drawing/2014/main" id="{649263D7-B8EA-4E58-BCD2-A92A7BE28578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5" name="CHROME_rule3">
            <a:extLst>
              <a:ext uri="{FF2B5EF4-FFF2-40B4-BE49-F238E27FC236}">
                <a16:creationId xmlns:a16="http://schemas.microsoft.com/office/drawing/2014/main" id="{C6D4FEA5-C4B1-4872-A1A6-200349D90868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06" name="CHROME_gutter0">
            <a:extLst>
              <a:ext uri="{FF2B5EF4-FFF2-40B4-BE49-F238E27FC236}">
                <a16:creationId xmlns:a16="http://schemas.microsoft.com/office/drawing/2014/main" id="{787F65E1-05B5-4422-9539-B3147255BB78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107" name="CHROME_gutter1">
            <a:extLst>
              <a:ext uri="{FF2B5EF4-FFF2-40B4-BE49-F238E27FC236}">
                <a16:creationId xmlns:a16="http://schemas.microsoft.com/office/drawing/2014/main" id="{1B02A626-7BA1-43BD-B8EF-E0B6644EED80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108" name="CHROME_gutter2">
            <a:extLst>
              <a:ext uri="{FF2B5EF4-FFF2-40B4-BE49-F238E27FC236}">
                <a16:creationId xmlns:a16="http://schemas.microsoft.com/office/drawing/2014/main" id="{EC970AD1-6E07-467B-A2A4-DD656E7483D8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109" name="CHROME_gutter3">
            <a:extLst>
              <a:ext uri="{FF2B5EF4-FFF2-40B4-BE49-F238E27FC236}">
                <a16:creationId xmlns:a16="http://schemas.microsoft.com/office/drawing/2014/main" id="{010DB94E-3EE9-49BA-B92A-18F8786EBE7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110" name="CHROME_gutter4">
            <a:extLst>
              <a:ext uri="{FF2B5EF4-FFF2-40B4-BE49-F238E27FC236}">
                <a16:creationId xmlns:a16="http://schemas.microsoft.com/office/drawing/2014/main" id="{D2A90376-7810-4674-8E5B-1744A87B4C2D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111" name="CHROME_gutter5">
            <a:extLst>
              <a:ext uri="{FF2B5EF4-FFF2-40B4-BE49-F238E27FC236}">
                <a16:creationId xmlns:a16="http://schemas.microsoft.com/office/drawing/2014/main" id="{6E93D848-982E-4A5A-AB0C-B71D16D55201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12" name="CHROME_gutter6">
            <a:extLst>
              <a:ext uri="{FF2B5EF4-FFF2-40B4-BE49-F238E27FC236}">
                <a16:creationId xmlns:a16="http://schemas.microsoft.com/office/drawing/2014/main" id="{E54824CF-1D2D-4F1E-AFD0-40529FF7A711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13" name="CHROME_gutter7">
            <a:extLst>
              <a:ext uri="{FF2B5EF4-FFF2-40B4-BE49-F238E27FC236}">
                <a16:creationId xmlns:a16="http://schemas.microsoft.com/office/drawing/2014/main" id="{E1EBE396-0863-493B-BBC2-519F75ADB25C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14" name="CHROME_telemetry">
            <a:extLst>
              <a:ext uri="{FF2B5EF4-FFF2-40B4-BE49-F238E27FC236}">
                <a16:creationId xmlns:a16="http://schemas.microsoft.com/office/drawing/2014/main" id="{0F636965-E2CF-49EA-8A82-FF0605707CF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BCF2"/>
                </a:solidFill>
                <a:latin typeface="Aptos"/>
              </a:rPr>
              <a:t>ARCHITECTURE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Una arquitectura que se entiende rápido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Menos caja-rectángulo clásica, más recorrido visual.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3063240"/>
            <a:ext cx="9921240" cy="384048"/>
          </a:xfrm>
          <a:prstGeom prst="roundRect">
            <a:avLst/>
          </a:prstGeom>
          <a:solidFill>
            <a:srgbClr val="0C2442"/>
          </a:solidFill>
          <a:ln w="12700">
            <a:solidFill>
              <a:srgbClr val="3E5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43000" y="2935224"/>
            <a:ext cx="640080" cy="640080"/>
          </a:xfrm>
          <a:prstGeom prst="ellipse">
            <a:avLst/>
          </a:prstGeom>
          <a:solidFill>
            <a:srgbClr val="F25022"/>
          </a:solidFill>
          <a:ln w="12700"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230428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5022"/>
                </a:solidFill>
                <a:latin typeface="Aptos Display"/>
              </a:rPr>
              <a:t>USER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512" y="1783080"/>
            <a:ext cx="1600200" cy="82296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667512" y="178308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67512" y="1783080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03120" y="178308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267712" y="1783080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67512" y="2441448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67512" y="260604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103120" y="2606040"/>
            <a:ext cx="164592" cy="0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67712" y="2441448"/>
            <a:ext cx="0" cy="164592"/>
          </a:xfrm>
          <a:prstGeom prst="line">
            <a:avLst/>
          </a:prstGeom>
          <a:ln w="1905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63040" y="2606040"/>
            <a:ext cx="0" cy="320040"/>
          </a:xfrm>
          <a:prstGeom prst="line">
            <a:avLst/>
          </a:prstGeom>
          <a:ln w="15240">
            <a:solidFill>
              <a:srgbClr val="F25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22960" y="196596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7FAFF"/>
                </a:solidFill>
                <a:latin typeface="Aptos Display"/>
              </a:rPr>
              <a:t>mensaje breve</a:t>
            </a:r>
          </a:p>
        </p:txBody>
      </p:sp>
      <p:sp>
        <p:nvSpPr>
          <p:cNvPr id="62" name="Oval 61"/>
          <p:cNvSpPr/>
          <p:nvPr/>
        </p:nvSpPr>
        <p:spPr>
          <a:xfrm>
            <a:off x="3291840" y="2935224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26080" y="230428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Aptos Display"/>
              </a:rPr>
              <a:t>COPILOT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16352" y="3977639"/>
            <a:ext cx="1600200" cy="82296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2816352" y="3977639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816352" y="3977639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251960" y="3977639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416552" y="3977639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16352" y="4636007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816352" y="4800599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251960" y="4800599"/>
            <a:ext cx="164592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16552" y="4636007"/>
            <a:ext cx="0" cy="164592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611880" y="3566160"/>
            <a:ext cx="0" cy="402336"/>
          </a:xfrm>
          <a:prstGeom prst="line">
            <a:avLst/>
          </a:prstGeom>
          <a:ln w="1524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971800" y="416052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7FAFF"/>
                </a:solidFill>
                <a:latin typeface="Aptos Display"/>
              </a:rPr>
              <a:t>mensaje breve</a:t>
            </a:r>
          </a:p>
        </p:txBody>
      </p:sp>
      <p:sp>
        <p:nvSpPr>
          <p:cNvPr id="75" name="Oval 74"/>
          <p:cNvSpPr/>
          <p:nvPr/>
        </p:nvSpPr>
        <p:spPr>
          <a:xfrm>
            <a:off x="5440680" y="2935224"/>
            <a:ext cx="640080" cy="640080"/>
          </a:xfrm>
          <a:prstGeom prst="ellipse">
            <a:avLst/>
          </a:prstGeom>
          <a:solidFill>
            <a:srgbClr val="7FBA00"/>
          </a:solidFill>
          <a:ln w="12700"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74920" y="230428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FBA00"/>
                </a:solidFill>
                <a:latin typeface="Aptos Display"/>
              </a:rPr>
              <a:t>AGENT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65192" y="1783080"/>
            <a:ext cx="1600200" cy="82296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4965192" y="178308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965192" y="178308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00800" y="178308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565392" y="178308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965192" y="244144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965192" y="260604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400800" y="260604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565392" y="244144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760720" y="2606040"/>
            <a:ext cx="0" cy="320040"/>
          </a:xfrm>
          <a:prstGeom prst="line">
            <a:avLst/>
          </a:prstGeom>
          <a:ln w="1524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20640" y="196596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7FAFF"/>
                </a:solidFill>
                <a:latin typeface="Aptos Display"/>
              </a:rPr>
              <a:t>mensaje breve</a:t>
            </a:r>
          </a:p>
        </p:txBody>
      </p:sp>
      <p:sp>
        <p:nvSpPr>
          <p:cNvPr id="88" name="Oval 87"/>
          <p:cNvSpPr/>
          <p:nvPr/>
        </p:nvSpPr>
        <p:spPr>
          <a:xfrm>
            <a:off x="7589520" y="2935224"/>
            <a:ext cx="640080" cy="64008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23760" y="230428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B900"/>
                </a:solidFill>
                <a:latin typeface="Aptos Display"/>
              </a:rPr>
              <a:t>TOOLS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114032" y="3977639"/>
            <a:ext cx="1600200" cy="82296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1" name="Connector 90"/>
          <p:cNvCxnSpPr/>
          <p:nvPr/>
        </p:nvCxnSpPr>
        <p:spPr>
          <a:xfrm>
            <a:off x="7114032" y="3977639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114032" y="3977639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549640" y="3977639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14232" y="3977639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14032" y="4636007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114032" y="4800599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49640" y="4800599"/>
            <a:ext cx="164592" cy="0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714232" y="4636007"/>
            <a:ext cx="0" cy="164592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09560" y="3566160"/>
            <a:ext cx="0" cy="402336"/>
          </a:xfrm>
          <a:prstGeom prst="line">
            <a:avLst/>
          </a:prstGeom>
          <a:ln w="1524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269480" y="416052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7FAFF"/>
                </a:solidFill>
                <a:latin typeface="Aptos Display"/>
              </a:rPr>
              <a:t>mensaje breve</a:t>
            </a:r>
          </a:p>
        </p:txBody>
      </p:sp>
      <p:sp>
        <p:nvSpPr>
          <p:cNvPr id="101" name="Oval 100"/>
          <p:cNvSpPr/>
          <p:nvPr/>
        </p:nvSpPr>
        <p:spPr>
          <a:xfrm>
            <a:off x="9738360" y="2935224"/>
            <a:ext cx="640080" cy="640080"/>
          </a:xfrm>
          <a:prstGeom prst="ellipse">
            <a:avLst/>
          </a:prstGeom>
          <a:solidFill>
            <a:srgbClr val="00BCF2"/>
          </a:solidFill>
          <a:ln w="12700"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372600" y="230428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BCF2"/>
                </a:solidFill>
                <a:latin typeface="Aptos Display"/>
              </a:rPr>
              <a:t>DATA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262872" y="1783080"/>
            <a:ext cx="1600200" cy="82296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4" name="Connector 103"/>
          <p:cNvCxnSpPr/>
          <p:nvPr/>
        </p:nvCxnSpPr>
        <p:spPr>
          <a:xfrm>
            <a:off x="9262872" y="178308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262872" y="178308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698480" y="178308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863072" y="178308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262872" y="24414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262872" y="26060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698480" y="26060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863072" y="24414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8400" y="2606040"/>
            <a:ext cx="0" cy="320040"/>
          </a:xfrm>
          <a:prstGeom prst="line">
            <a:avLst/>
          </a:prstGeom>
          <a:ln w="1524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418320" y="196596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7FAFF"/>
                </a:solidFill>
                <a:latin typeface="Aptos Display"/>
              </a:rPr>
              <a:t>mensaje breve</a:t>
            </a:r>
          </a:p>
        </p:txBody>
      </p:sp>
      <p:pic>
        <p:nvPicPr>
          <p:cNvPr id="711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116" name="CHROME_dot0">
            <a:extLst>
              <a:ext uri="{FF2B5EF4-FFF2-40B4-BE49-F238E27FC236}">
                <a16:creationId xmlns:a16="http://schemas.microsoft.com/office/drawing/2014/main" id="{94103A4A-34C8-406B-B080-46D24BDDA8DC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7" name="CHROME_dot1">
            <a:extLst>
              <a:ext uri="{FF2B5EF4-FFF2-40B4-BE49-F238E27FC236}">
                <a16:creationId xmlns:a16="http://schemas.microsoft.com/office/drawing/2014/main" id="{FCFE1922-B1FF-4659-B906-A7C53CB2C4D4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8" name="CHROME_dot2">
            <a:extLst>
              <a:ext uri="{FF2B5EF4-FFF2-40B4-BE49-F238E27FC236}">
                <a16:creationId xmlns:a16="http://schemas.microsoft.com/office/drawing/2014/main" id="{F5896F39-32CA-4A28-AB78-733E351D42EA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19" name="CHROME_dot3">
            <a:extLst>
              <a:ext uri="{FF2B5EF4-FFF2-40B4-BE49-F238E27FC236}">
                <a16:creationId xmlns:a16="http://schemas.microsoft.com/office/drawing/2014/main" id="{ADF01AD0-BDC9-4A96-A495-69EDED824729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0" name="CHROME_path">
            <a:extLst>
              <a:ext uri="{FF2B5EF4-FFF2-40B4-BE49-F238E27FC236}">
                <a16:creationId xmlns:a16="http://schemas.microsoft.com/office/drawing/2014/main" id="{A005A009-C728-4601-A864-6168DB5D81EC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121" name="CHROME_caret">
            <a:extLst>
              <a:ext uri="{FF2B5EF4-FFF2-40B4-BE49-F238E27FC236}">
                <a16:creationId xmlns:a16="http://schemas.microsoft.com/office/drawing/2014/main" id="{A4446250-2A36-49A6-B70A-4E9123C67258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2" name="CHROME_rule0">
            <a:extLst>
              <a:ext uri="{FF2B5EF4-FFF2-40B4-BE49-F238E27FC236}">
                <a16:creationId xmlns:a16="http://schemas.microsoft.com/office/drawing/2014/main" id="{05EC3660-58F7-464E-BFF5-2EDAB178EE5F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3" name="CHROME_rule1">
            <a:extLst>
              <a:ext uri="{FF2B5EF4-FFF2-40B4-BE49-F238E27FC236}">
                <a16:creationId xmlns:a16="http://schemas.microsoft.com/office/drawing/2014/main" id="{97844A2B-6B38-41F9-9FCA-F429BAD40664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4" name="CHROME_rule2">
            <a:extLst>
              <a:ext uri="{FF2B5EF4-FFF2-40B4-BE49-F238E27FC236}">
                <a16:creationId xmlns:a16="http://schemas.microsoft.com/office/drawing/2014/main" id="{0D43FADA-0F6D-46BC-9AFD-23E3BEB9BF53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5" name="CHROME_rule3">
            <a:extLst>
              <a:ext uri="{FF2B5EF4-FFF2-40B4-BE49-F238E27FC236}">
                <a16:creationId xmlns:a16="http://schemas.microsoft.com/office/drawing/2014/main" id="{B98A45F6-5708-4727-904D-21C8E2CC7BA4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26" name="CHROME_gutter0">
            <a:extLst>
              <a:ext uri="{FF2B5EF4-FFF2-40B4-BE49-F238E27FC236}">
                <a16:creationId xmlns:a16="http://schemas.microsoft.com/office/drawing/2014/main" id="{27B3B042-B4FC-4243-9D14-B5F4DD35151F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127" name="CHROME_gutter1">
            <a:extLst>
              <a:ext uri="{FF2B5EF4-FFF2-40B4-BE49-F238E27FC236}">
                <a16:creationId xmlns:a16="http://schemas.microsoft.com/office/drawing/2014/main" id="{AF2187BE-7844-425E-903F-D315A7C8DD4F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128" name="CHROME_gutter2">
            <a:extLst>
              <a:ext uri="{FF2B5EF4-FFF2-40B4-BE49-F238E27FC236}">
                <a16:creationId xmlns:a16="http://schemas.microsoft.com/office/drawing/2014/main" id="{BA45F327-863C-4C7B-9DB8-28A04F5BD417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129" name="CHROME_gutter3">
            <a:extLst>
              <a:ext uri="{FF2B5EF4-FFF2-40B4-BE49-F238E27FC236}">
                <a16:creationId xmlns:a16="http://schemas.microsoft.com/office/drawing/2014/main" id="{AA8174D7-0C27-41DF-A61C-C3693A6FAB1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130" name="CHROME_gutter4">
            <a:extLst>
              <a:ext uri="{FF2B5EF4-FFF2-40B4-BE49-F238E27FC236}">
                <a16:creationId xmlns:a16="http://schemas.microsoft.com/office/drawing/2014/main" id="{66CA1210-7408-4C4A-8247-69ABE970CEA6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131" name="CHROME_gutter5">
            <a:extLst>
              <a:ext uri="{FF2B5EF4-FFF2-40B4-BE49-F238E27FC236}">
                <a16:creationId xmlns:a16="http://schemas.microsoft.com/office/drawing/2014/main" id="{EEA05546-BC9B-4BB6-8B96-0719E731678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32" name="CHROME_gutter6">
            <a:extLst>
              <a:ext uri="{FF2B5EF4-FFF2-40B4-BE49-F238E27FC236}">
                <a16:creationId xmlns:a16="http://schemas.microsoft.com/office/drawing/2014/main" id="{21B52416-601B-41C0-83D6-A8093E09353C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33" name="CHROME_gutter7">
            <a:extLst>
              <a:ext uri="{FF2B5EF4-FFF2-40B4-BE49-F238E27FC236}">
                <a16:creationId xmlns:a16="http://schemas.microsoft.com/office/drawing/2014/main" id="{AAEA15BA-0FB1-465D-A69E-DAEF6AE842A5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34" name="CHROME_telemetry">
            <a:extLst>
              <a:ext uri="{FF2B5EF4-FFF2-40B4-BE49-F238E27FC236}">
                <a16:creationId xmlns:a16="http://schemas.microsoft.com/office/drawing/2014/main" id="{7F4C8682-7F5C-407E-BF7C-E6181BA2DDA2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38404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5022"/>
                </a:solidFill>
                <a:latin typeface="Consolas"/>
              </a:rPr>
              <a:t>AI//VD · LIVE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77824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Ahora la demo manda</a:t>
            </a:r>
          </a:p>
        </p:txBody>
      </p:sp>
      <p:sp>
        <p:nvSpPr>
          <p:cNvPr id="201" name="Marco Demo"/>
          <p:cNvSpPr/>
          <p:nvPr/>
        </p:nvSpPr>
        <p:spPr>
          <a:xfrm>
            <a:off x="658368" y="1508760"/>
            <a:ext cx="7863840" cy="4663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Imagen Demo"/>
          <p:cNvSpPr>
            <a:spLocks noGrp="1"/>
          </p:cNvSpPr>
          <p:nvPr>
            <p:ph type="pic" idx="10"/>
          </p:nvPr>
        </p:nvSpPr>
        <p:spPr>
          <a:xfrm>
            <a:off x="660400" y="1515110"/>
            <a:ext cx="7863840" cy="4663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2400" b="1">
                <a:solidFill>
                  <a:srgbClr val="A2B6CD"/>
                </a:solidFill>
                <a:latin typeface="Aptos Display"/>
              </a:defRPr>
            </a:lvl1pPr>
          </a:lstStyle>
          <a:p>
            <a:endParaRPr lang="es-ES" dirty="0"/>
          </a:p>
        </p:txBody>
      </p:sp>
      <p:cxnSp>
        <p:nvCxnSpPr>
          <p:cNvPr id="10" name="Connector 9"/>
          <p:cNvCxnSpPr/>
          <p:nvPr/>
        </p:nvCxnSpPr>
        <p:spPr>
          <a:xfrm>
            <a:off x="658368" y="150876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" y="150876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57616" y="150876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2208" y="150876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" y="600760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" y="61722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57616" y="61722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22208" y="600760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14400" y="1755648"/>
            <a:ext cx="91440" cy="91440"/>
          </a:xfrm>
          <a:prstGeom prst="ellipse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5568" y="1755648"/>
            <a:ext cx="91440" cy="9144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16736" y="1755648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23960" y="1508760"/>
            <a:ext cx="2651760" cy="4663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8823960" y="150876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150876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311128" y="150876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75720" y="1508760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23960" y="600760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23960" y="617220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311128" y="6172200"/>
            <a:ext cx="164592" cy="0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475720" y="6007608"/>
            <a:ext cx="0" cy="164592"/>
          </a:xfrm>
          <a:prstGeom prst="line">
            <a:avLst/>
          </a:prstGeom>
          <a:ln w="19050">
            <a:solidFill>
              <a:srgbClr val="7FB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98280" y="187451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BA00"/>
                </a:solidFill>
                <a:latin typeface="Aptos Display"/>
              </a:rPr>
              <a:t>NO OLVIDAR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423160"/>
            <a:ext cx="20116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7FAFF"/>
                </a:solidFill>
                <a:latin typeface="Aptos Display"/>
              </a:rPr>
              <a:t>• qué ver
• qué cambia
• por qué importa
• qué prueba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566928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2B6CD"/>
                </a:solidFill>
                <a:latin typeface="Consolas"/>
              </a:rPr>
              <a:t>watch → explain → prove</a:t>
            </a:r>
          </a:p>
        </p:txBody>
      </p:sp>
      <p:sp>
        <p:nvSpPr>
          <p:cNvPr id="34" name="CHROME_dot0">
            <a:extLst>
              <a:ext uri="{FF2B5EF4-FFF2-40B4-BE49-F238E27FC236}">
                <a16:creationId xmlns:a16="http://schemas.microsoft.com/office/drawing/2014/main" id="{29153CD1-B68B-4A69-AEDD-B32BFF74B82E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5" name="CHROME_dot1">
            <a:extLst>
              <a:ext uri="{FF2B5EF4-FFF2-40B4-BE49-F238E27FC236}">
                <a16:creationId xmlns:a16="http://schemas.microsoft.com/office/drawing/2014/main" id="{FF67989C-C947-4FA9-BE73-7AD34CC2EE1F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6" name="CHROME_dot2">
            <a:extLst>
              <a:ext uri="{FF2B5EF4-FFF2-40B4-BE49-F238E27FC236}">
                <a16:creationId xmlns:a16="http://schemas.microsoft.com/office/drawing/2014/main" id="{11867D1F-AFC4-422F-B9E9-7C0CBD075E43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7" name="CHROME_dot3">
            <a:extLst>
              <a:ext uri="{FF2B5EF4-FFF2-40B4-BE49-F238E27FC236}">
                <a16:creationId xmlns:a16="http://schemas.microsoft.com/office/drawing/2014/main" id="{9C8F6CBE-140C-4015-A4DB-DA6BCD587297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38" name="CHROME_path">
            <a:extLst>
              <a:ext uri="{FF2B5EF4-FFF2-40B4-BE49-F238E27FC236}">
                <a16:creationId xmlns:a16="http://schemas.microsoft.com/office/drawing/2014/main" id="{AE507759-3D97-4E8F-9CD8-FFA7EAC6BDD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39" name="CHROME_caret">
            <a:extLst>
              <a:ext uri="{FF2B5EF4-FFF2-40B4-BE49-F238E27FC236}">
                <a16:creationId xmlns:a16="http://schemas.microsoft.com/office/drawing/2014/main" id="{9FBDFCC1-74F9-478B-9642-985614735DE0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0" name="CHROME_rule0">
            <a:extLst>
              <a:ext uri="{FF2B5EF4-FFF2-40B4-BE49-F238E27FC236}">
                <a16:creationId xmlns:a16="http://schemas.microsoft.com/office/drawing/2014/main" id="{CE159FAA-472D-4A38-B3DE-C94CDC7741D4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1" name="CHROME_rule1">
            <a:extLst>
              <a:ext uri="{FF2B5EF4-FFF2-40B4-BE49-F238E27FC236}">
                <a16:creationId xmlns:a16="http://schemas.microsoft.com/office/drawing/2014/main" id="{E67D9F7E-9347-4D51-86E7-072DC3A3CF27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2" name="CHROME_rule2">
            <a:extLst>
              <a:ext uri="{FF2B5EF4-FFF2-40B4-BE49-F238E27FC236}">
                <a16:creationId xmlns:a16="http://schemas.microsoft.com/office/drawing/2014/main" id="{F7C48C8A-AD3E-4A22-9885-D34BD32BFD99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3" name="CHROME_rule3">
            <a:extLst>
              <a:ext uri="{FF2B5EF4-FFF2-40B4-BE49-F238E27FC236}">
                <a16:creationId xmlns:a16="http://schemas.microsoft.com/office/drawing/2014/main" id="{13AE34C5-A7C2-4AB6-8976-DD45CE6BB5C4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4" name="CHROME_gutter0">
            <a:extLst>
              <a:ext uri="{FF2B5EF4-FFF2-40B4-BE49-F238E27FC236}">
                <a16:creationId xmlns:a16="http://schemas.microsoft.com/office/drawing/2014/main" id="{EF628372-A752-4A50-BEA6-3AA1832A1C17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45" name="CHROME_gutter1">
            <a:extLst>
              <a:ext uri="{FF2B5EF4-FFF2-40B4-BE49-F238E27FC236}">
                <a16:creationId xmlns:a16="http://schemas.microsoft.com/office/drawing/2014/main" id="{B1CBEEB4-9687-4290-BBC1-10959B930CC8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46" name="CHROME_gutter2">
            <a:extLst>
              <a:ext uri="{FF2B5EF4-FFF2-40B4-BE49-F238E27FC236}">
                <a16:creationId xmlns:a16="http://schemas.microsoft.com/office/drawing/2014/main" id="{CFE5598E-628D-40E6-8A3A-32F7FEB29B7C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47" name="CHROME_gutter3">
            <a:extLst>
              <a:ext uri="{FF2B5EF4-FFF2-40B4-BE49-F238E27FC236}">
                <a16:creationId xmlns:a16="http://schemas.microsoft.com/office/drawing/2014/main" id="{375A7B24-BF80-4192-9DBD-9EEC8668C568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48" name="CHROME_gutter4">
            <a:extLst>
              <a:ext uri="{FF2B5EF4-FFF2-40B4-BE49-F238E27FC236}">
                <a16:creationId xmlns:a16="http://schemas.microsoft.com/office/drawing/2014/main" id="{6B67FF6D-8898-4E38-913D-2BE9EAD5B84D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49" name="CHROME_gutter5">
            <a:extLst>
              <a:ext uri="{FF2B5EF4-FFF2-40B4-BE49-F238E27FC236}">
                <a16:creationId xmlns:a16="http://schemas.microsoft.com/office/drawing/2014/main" id="{FDEC5FFC-446F-4BEE-B324-B849742C6D54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50" name="CHROME_gutter6">
            <a:extLst>
              <a:ext uri="{FF2B5EF4-FFF2-40B4-BE49-F238E27FC236}">
                <a16:creationId xmlns:a16="http://schemas.microsoft.com/office/drawing/2014/main" id="{DF23CA19-70D1-4534-A86F-3BB05BADAF5B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51" name="CHROME_gutter7">
            <a:extLst>
              <a:ext uri="{FF2B5EF4-FFF2-40B4-BE49-F238E27FC236}">
                <a16:creationId xmlns:a16="http://schemas.microsoft.com/office/drawing/2014/main" id="{D50991B6-6CE8-450B-92E7-11B1133998A3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52" name="CHROME_telemetry">
            <a:extLst>
              <a:ext uri="{FF2B5EF4-FFF2-40B4-BE49-F238E27FC236}">
                <a16:creationId xmlns:a16="http://schemas.microsoft.com/office/drawing/2014/main" id="{DF58ED99-11F9-4209-8601-8033CD34F27A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712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C002-76C8-8B6F-3C90-8572BE56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27B775-11C8-2938-22A9-BD8842E8AF57}"/>
              </a:ext>
            </a:extLst>
          </p:cNvPr>
          <p:cNvSpPr txBox="1"/>
          <p:nvPr/>
        </p:nvSpPr>
        <p:spPr>
          <a:xfrm>
            <a:off x="566928" y="38404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5022"/>
                </a:solidFill>
                <a:latin typeface="Consolas"/>
              </a:rPr>
              <a:t>AI//VD · LIVE MODE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39A61-B831-56BE-B18D-6D7560CA950B}"/>
              </a:ext>
            </a:extLst>
          </p:cNvPr>
          <p:cNvSpPr txBox="1"/>
          <p:nvPr/>
        </p:nvSpPr>
        <p:spPr>
          <a:xfrm>
            <a:off x="566928" y="877824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Ahora la demo manda</a:t>
            </a:r>
          </a:p>
        </p:txBody>
      </p:sp>
      <p:sp>
        <p:nvSpPr>
          <p:cNvPr id="38" name="Rounded Rectangle 9">
            <a:extLst>
              <a:ext uri="{FF2B5EF4-FFF2-40B4-BE49-F238E27FC236}">
                <a16:creationId xmlns:a16="http://schemas.microsoft.com/office/drawing/2014/main" id="{56E8ECE7-BA9E-EFAA-82FA-1F293F0A1933}"/>
              </a:ext>
            </a:extLst>
          </p:cNvPr>
          <p:cNvSpPr/>
          <p:nvPr/>
        </p:nvSpPr>
        <p:spPr>
          <a:xfrm>
            <a:off x="594360" y="1691640"/>
            <a:ext cx="5074920" cy="4114800"/>
          </a:xfrm>
          <a:prstGeom prst="roundRect">
            <a:avLst/>
          </a:prstGeom>
          <a:solidFill>
            <a:srgbClr val="0C1F39"/>
          </a:solidFill>
          <a:ln w="1524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E18BCCDC-0E5B-D006-BC3F-AD3EFF00E834}"/>
              </a:ext>
            </a:extLst>
          </p:cNvPr>
          <p:cNvSpPr/>
          <p:nvPr/>
        </p:nvSpPr>
        <p:spPr>
          <a:xfrm>
            <a:off x="6446520" y="1691640"/>
            <a:ext cx="5074920" cy="4114800"/>
          </a:xfrm>
          <a:prstGeom prst="roundRect">
            <a:avLst/>
          </a:prstGeom>
          <a:solidFill>
            <a:srgbClr val="0C1F39"/>
          </a:solidFill>
          <a:ln w="15240">
            <a:solidFill>
              <a:srgbClr val="7F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7FD28320-7AFD-400A-B703-942C23F55524}"/>
              </a:ext>
            </a:extLst>
          </p:cNvPr>
          <p:cNvSpPr txBox="1"/>
          <p:nvPr/>
        </p:nvSpPr>
        <p:spPr>
          <a:xfrm>
            <a:off x="868680" y="201168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25022"/>
                </a:solidFill>
                <a:latin typeface="Aptos Display"/>
              </a:rPr>
              <a:t>DEMO BONITA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35839A1D-883E-D135-B852-856529BD039E}"/>
              </a:ext>
            </a:extLst>
          </p:cNvPr>
          <p:cNvSpPr txBox="1"/>
          <p:nvPr/>
        </p:nvSpPr>
        <p:spPr>
          <a:xfrm>
            <a:off x="6720840" y="201168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7FBA00"/>
                </a:solidFill>
                <a:latin typeface="Aptos Display"/>
              </a:rPr>
              <a:t>SISTEMA REAL</a:t>
            </a:r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6285FDF3-3CAD-AFD6-CD13-63A4331A68C6}"/>
              </a:ext>
            </a:extLst>
          </p:cNvPr>
          <p:cNvSpPr txBox="1"/>
          <p:nvPr/>
        </p:nvSpPr>
        <p:spPr>
          <a:xfrm>
            <a:off x="868680" y="2743200"/>
            <a:ext cx="42976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8FBFF"/>
                </a:solidFill>
                <a:latin typeface="Aptos Display"/>
              </a:rPr>
              <a:t>• Respuesta aislada
• Contexto manual
• Sin trazabilidad
• Difícil de operar</a:t>
            </a: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86B311D5-A2C8-4630-C99B-25FD97625CA9}"/>
              </a:ext>
            </a:extLst>
          </p:cNvPr>
          <p:cNvSpPr txBox="1"/>
          <p:nvPr/>
        </p:nvSpPr>
        <p:spPr>
          <a:xfrm>
            <a:off x="6720840" y="2743200"/>
            <a:ext cx="42976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8FBFF"/>
                </a:solidFill>
                <a:latin typeface="Aptos Display"/>
              </a:rPr>
              <a:t>• Contexto gobernado
• Tools y acciones
• Observabilidad
• Diseñado para producción</a:t>
            </a:r>
          </a:p>
        </p:txBody>
      </p:sp>
      <p:sp>
        <p:nvSpPr>
          <p:cNvPr id="50" name="Oval 15">
            <a:extLst>
              <a:ext uri="{FF2B5EF4-FFF2-40B4-BE49-F238E27FC236}">
                <a16:creationId xmlns:a16="http://schemas.microsoft.com/office/drawing/2014/main" id="{86DDDB8D-B3EF-40E2-DEE1-9561D77D006A}"/>
              </a:ext>
            </a:extLst>
          </p:cNvPr>
          <p:cNvSpPr/>
          <p:nvPr/>
        </p:nvSpPr>
        <p:spPr>
          <a:xfrm>
            <a:off x="5623560" y="3063240"/>
            <a:ext cx="822960" cy="8229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16">
            <a:extLst>
              <a:ext uri="{FF2B5EF4-FFF2-40B4-BE49-F238E27FC236}">
                <a16:creationId xmlns:a16="http://schemas.microsoft.com/office/drawing/2014/main" id="{6ACADE70-E8B5-2D47-37F1-3FED8ECD9594}"/>
              </a:ext>
            </a:extLst>
          </p:cNvPr>
          <p:cNvSpPr txBox="1"/>
          <p:nvPr/>
        </p:nvSpPr>
        <p:spPr>
          <a:xfrm>
            <a:off x="5623560" y="30632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F"/>
                </a:solidFill>
                <a:latin typeface="Aptos Display"/>
              </a:rPr>
              <a:t>VS</a:t>
            </a:r>
          </a:p>
        </p:txBody>
      </p:sp>
      <p:sp>
        <p:nvSpPr>
          <p:cNvPr id="53" name="CHROME_dot0">
            <a:extLst>
              <a:ext uri="{FF2B5EF4-FFF2-40B4-BE49-F238E27FC236}">
                <a16:creationId xmlns:a16="http://schemas.microsoft.com/office/drawing/2014/main" id="{7F3D1315-394B-4D13-81AF-E42331D37480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4" name="CHROME_dot1">
            <a:extLst>
              <a:ext uri="{FF2B5EF4-FFF2-40B4-BE49-F238E27FC236}">
                <a16:creationId xmlns:a16="http://schemas.microsoft.com/office/drawing/2014/main" id="{15968E2C-FC8D-4573-9D82-6AAABBB30593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5" name="CHROME_dot2">
            <a:extLst>
              <a:ext uri="{FF2B5EF4-FFF2-40B4-BE49-F238E27FC236}">
                <a16:creationId xmlns:a16="http://schemas.microsoft.com/office/drawing/2014/main" id="{D1CEDB7F-2B6B-4747-A25A-16CFA434B791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6" name="CHROME_dot3">
            <a:extLst>
              <a:ext uri="{FF2B5EF4-FFF2-40B4-BE49-F238E27FC236}">
                <a16:creationId xmlns:a16="http://schemas.microsoft.com/office/drawing/2014/main" id="{8DEB42B9-E829-45D6-ABA7-DA65746A72A1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7" name="CHROME_path">
            <a:extLst>
              <a:ext uri="{FF2B5EF4-FFF2-40B4-BE49-F238E27FC236}">
                <a16:creationId xmlns:a16="http://schemas.microsoft.com/office/drawing/2014/main" id="{5565900B-DF8C-4F44-AC5F-94F41D010225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58" name="CHROME_caret">
            <a:extLst>
              <a:ext uri="{FF2B5EF4-FFF2-40B4-BE49-F238E27FC236}">
                <a16:creationId xmlns:a16="http://schemas.microsoft.com/office/drawing/2014/main" id="{7381111E-9E19-454B-B164-26D009D05E76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59" name="CHROME_rule0">
            <a:extLst>
              <a:ext uri="{FF2B5EF4-FFF2-40B4-BE49-F238E27FC236}">
                <a16:creationId xmlns:a16="http://schemas.microsoft.com/office/drawing/2014/main" id="{F6C7ACDC-BA02-4C4E-AC37-0FD183448BE7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0" name="CHROME_rule1">
            <a:extLst>
              <a:ext uri="{FF2B5EF4-FFF2-40B4-BE49-F238E27FC236}">
                <a16:creationId xmlns:a16="http://schemas.microsoft.com/office/drawing/2014/main" id="{0AFD938B-8394-44DA-B9AB-A1F5157B581E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1" name="CHROME_rule2">
            <a:extLst>
              <a:ext uri="{FF2B5EF4-FFF2-40B4-BE49-F238E27FC236}">
                <a16:creationId xmlns:a16="http://schemas.microsoft.com/office/drawing/2014/main" id="{D68AD10F-D293-4018-8919-ABD89C516170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2" name="CHROME_rule3">
            <a:extLst>
              <a:ext uri="{FF2B5EF4-FFF2-40B4-BE49-F238E27FC236}">
                <a16:creationId xmlns:a16="http://schemas.microsoft.com/office/drawing/2014/main" id="{D19664CF-4A0D-4C32-A5C3-10965FC57374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3" name="CHROME_gutter0">
            <a:extLst>
              <a:ext uri="{FF2B5EF4-FFF2-40B4-BE49-F238E27FC236}">
                <a16:creationId xmlns:a16="http://schemas.microsoft.com/office/drawing/2014/main" id="{A30FFE0D-A268-4405-859A-CBC3FDAF1149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64" name="CHROME_gutter1">
            <a:extLst>
              <a:ext uri="{FF2B5EF4-FFF2-40B4-BE49-F238E27FC236}">
                <a16:creationId xmlns:a16="http://schemas.microsoft.com/office/drawing/2014/main" id="{8C6EE006-17A7-4F7A-BAF5-40EA4BF0912E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65" name="CHROME_gutter2">
            <a:extLst>
              <a:ext uri="{FF2B5EF4-FFF2-40B4-BE49-F238E27FC236}">
                <a16:creationId xmlns:a16="http://schemas.microsoft.com/office/drawing/2014/main" id="{DBE0A940-356C-416B-BAFC-7A73DA1E875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66" name="CHROME_gutter3">
            <a:extLst>
              <a:ext uri="{FF2B5EF4-FFF2-40B4-BE49-F238E27FC236}">
                <a16:creationId xmlns:a16="http://schemas.microsoft.com/office/drawing/2014/main" id="{713672B3-7AB0-4098-BCEF-5F6FC90BE765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67" name="CHROME_gutter4">
            <a:extLst>
              <a:ext uri="{FF2B5EF4-FFF2-40B4-BE49-F238E27FC236}">
                <a16:creationId xmlns:a16="http://schemas.microsoft.com/office/drawing/2014/main" id="{5C9E2E37-2F8B-495C-85D1-729C1B47FFB2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68" name="CHROME_gutter5">
            <a:extLst>
              <a:ext uri="{FF2B5EF4-FFF2-40B4-BE49-F238E27FC236}">
                <a16:creationId xmlns:a16="http://schemas.microsoft.com/office/drawing/2014/main" id="{C42E8C7A-6F8F-4960-B565-6F4AC7E27A40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69" name="CHROME_gutter6">
            <a:extLst>
              <a:ext uri="{FF2B5EF4-FFF2-40B4-BE49-F238E27FC236}">
                <a16:creationId xmlns:a16="http://schemas.microsoft.com/office/drawing/2014/main" id="{DD4A9A67-B6BA-454A-8D24-D5A9B8F153DA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70" name="CHROME_gutter7">
            <a:extLst>
              <a:ext uri="{FF2B5EF4-FFF2-40B4-BE49-F238E27FC236}">
                <a16:creationId xmlns:a16="http://schemas.microsoft.com/office/drawing/2014/main" id="{D06EDCD0-9939-4D6A-BD4B-D4D746670B71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71" name="CHROME_telemetry">
            <a:extLst>
              <a:ext uri="{FF2B5EF4-FFF2-40B4-BE49-F238E27FC236}">
                <a16:creationId xmlns:a16="http://schemas.microsoft.com/office/drawing/2014/main" id="{2321F6B9-A9E2-43E5-8510-B4AAA85EA8E4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713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14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8FBFF"/>
                </a:solidFill>
                <a:latin typeface="Aptos Display"/>
              </a:rPr>
              <a:t>Dos formas de hacer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B900"/>
                </a:solidFill>
                <a:latin typeface="Aptos"/>
              </a:rPr>
              <a:t>VERSUS</a:t>
            </a:r>
          </a:p>
        </p:txBody>
      </p:sp>
      <p:sp>
        <p:nvSpPr>
          <p:cNvPr id="18" name="CHROME_dot0">
            <a:extLst>
              <a:ext uri="{FF2B5EF4-FFF2-40B4-BE49-F238E27FC236}">
                <a16:creationId xmlns:a16="http://schemas.microsoft.com/office/drawing/2014/main" id="{F71B72A4-8313-4FA7-B33E-3BE95C188E9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19" name="CHROME_dot1">
            <a:extLst>
              <a:ext uri="{FF2B5EF4-FFF2-40B4-BE49-F238E27FC236}">
                <a16:creationId xmlns:a16="http://schemas.microsoft.com/office/drawing/2014/main" id="{E6340ABF-FECD-4D55-95E5-2C9260D781C3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0" name="CHROME_dot2">
            <a:extLst>
              <a:ext uri="{FF2B5EF4-FFF2-40B4-BE49-F238E27FC236}">
                <a16:creationId xmlns:a16="http://schemas.microsoft.com/office/drawing/2014/main" id="{0942A995-9CBF-4F95-954C-2C1CF5435347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1" name="CHROME_dot3">
            <a:extLst>
              <a:ext uri="{FF2B5EF4-FFF2-40B4-BE49-F238E27FC236}">
                <a16:creationId xmlns:a16="http://schemas.microsoft.com/office/drawing/2014/main" id="{622FB9CB-5556-4A49-84DB-6207F9343539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2" name="CHROME_path">
            <a:extLst>
              <a:ext uri="{FF2B5EF4-FFF2-40B4-BE49-F238E27FC236}">
                <a16:creationId xmlns:a16="http://schemas.microsoft.com/office/drawing/2014/main" id="{3FB35B7D-B9E7-44DC-A343-BD3E35B4D02E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23" name="CHROME_caret">
            <a:extLst>
              <a:ext uri="{FF2B5EF4-FFF2-40B4-BE49-F238E27FC236}">
                <a16:creationId xmlns:a16="http://schemas.microsoft.com/office/drawing/2014/main" id="{A869631F-D189-47ED-BA9F-B022738EA8BB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4" name="CHROME_rule0">
            <a:extLst>
              <a:ext uri="{FF2B5EF4-FFF2-40B4-BE49-F238E27FC236}">
                <a16:creationId xmlns:a16="http://schemas.microsoft.com/office/drawing/2014/main" id="{9077D55F-C54E-42D1-A21F-9C5A988043BF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5" name="CHROME_rule1">
            <a:extLst>
              <a:ext uri="{FF2B5EF4-FFF2-40B4-BE49-F238E27FC236}">
                <a16:creationId xmlns:a16="http://schemas.microsoft.com/office/drawing/2014/main" id="{E67C61C2-2E3E-47BB-BBF8-72C590C81BF8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6" name="CHROME_rule2">
            <a:extLst>
              <a:ext uri="{FF2B5EF4-FFF2-40B4-BE49-F238E27FC236}">
                <a16:creationId xmlns:a16="http://schemas.microsoft.com/office/drawing/2014/main" id="{ADDCC1A9-ED14-42A4-AAC5-76EC63785116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7" name="CHROME_rule3">
            <a:extLst>
              <a:ext uri="{FF2B5EF4-FFF2-40B4-BE49-F238E27FC236}">
                <a16:creationId xmlns:a16="http://schemas.microsoft.com/office/drawing/2014/main" id="{6D85F3C7-DCFD-4B31-B2F9-7CE60046671F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8" name="CHROME_gutter0">
            <a:extLst>
              <a:ext uri="{FF2B5EF4-FFF2-40B4-BE49-F238E27FC236}">
                <a16:creationId xmlns:a16="http://schemas.microsoft.com/office/drawing/2014/main" id="{85E94868-EB30-4CAA-A23E-918CD3751148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29" name="CHROME_gutter1">
            <a:extLst>
              <a:ext uri="{FF2B5EF4-FFF2-40B4-BE49-F238E27FC236}">
                <a16:creationId xmlns:a16="http://schemas.microsoft.com/office/drawing/2014/main" id="{E6B145B1-1C98-44D3-859A-7F27ECA54415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30" name="CHROME_gutter2">
            <a:extLst>
              <a:ext uri="{FF2B5EF4-FFF2-40B4-BE49-F238E27FC236}">
                <a16:creationId xmlns:a16="http://schemas.microsoft.com/office/drawing/2014/main" id="{011DE14F-9BE5-484D-A0DC-CCBE20CB922F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31" name="CHROME_gutter3">
            <a:extLst>
              <a:ext uri="{FF2B5EF4-FFF2-40B4-BE49-F238E27FC236}">
                <a16:creationId xmlns:a16="http://schemas.microsoft.com/office/drawing/2014/main" id="{B40D84A5-E3A5-45DA-AAB4-D50D67DA13A0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32" name="CHROME_gutter4">
            <a:extLst>
              <a:ext uri="{FF2B5EF4-FFF2-40B4-BE49-F238E27FC236}">
                <a16:creationId xmlns:a16="http://schemas.microsoft.com/office/drawing/2014/main" id="{E1CBA571-95C7-49E8-850F-ECFC97BD4FC4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33" name="CHROME_gutter5">
            <a:extLst>
              <a:ext uri="{FF2B5EF4-FFF2-40B4-BE49-F238E27FC236}">
                <a16:creationId xmlns:a16="http://schemas.microsoft.com/office/drawing/2014/main" id="{CC0D44A3-1DB2-43C6-A110-60ADF8118693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34" name="CHROME_gutter6">
            <a:extLst>
              <a:ext uri="{FF2B5EF4-FFF2-40B4-BE49-F238E27FC236}">
                <a16:creationId xmlns:a16="http://schemas.microsoft.com/office/drawing/2014/main" id="{B1494BB6-0DDF-4FC0-A2E9-9EB32277DE75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35" name="CHROME_gutter7">
            <a:extLst>
              <a:ext uri="{FF2B5EF4-FFF2-40B4-BE49-F238E27FC236}">
                <a16:creationId xmlns:a16="http://schemas.microsoft.com/office/drawing/2014/main" id="{5F26FD1E-6461-4B64-AEE1-2F386789E6C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36" name="CHROME_telemetry">
            <a:extLst>
              <a:ext uri="{FF2B5EF4-FFF2-40B4-BE49-F238E27FC236}">
                <a16:creationId xmlns:a16="http://schemas.microsoft.com/office/drawing/2014/main" id="{2B50C000-28FE-43E8-9626-8FC0F7BE882F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714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CONTENT /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Título de la diapositiva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Espacio libre para escribir.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Marco Texto"/>
          <p:cNvSpPr/>
          <p:nvPr/>
        </p:nvSpPr>
        <p:spPr>
          <a:xfrm>
            <a:off x="658368" y="1828800"/>
            <a:ext cx="8229600" cy="3520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1" name="Connector 401"/>
          <p:cNvCxnSpPr/>
          <p:nvPr/>
        </p:nvCxnSpPr>
        <p:spPr>
          <a:xfrm>
            <a:off x="65836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2"/>
          <p:cNvCxnSpPr/>
          <p:nvPr/>
        </p:nvCxnSpPr>
        <p:spPr>
          <a:xfrm>
            <a:off x="6583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3"/>
          <p:cNvCxnSpPr/>
          <p:nvPr/>
        </p:nvCxnSpPr>
        <p:spPr>
          <a:xfrm>
            <a:off x="872337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4"/>
          <p:cNvCxnSpPr/>
          <p:nvPr/>
        </p:nvCxnSpPr>
        <p:spPr>
          <a:xfrm>
            <a:off x="88879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5"/>
          <p:cNvCxnSpPr/>
          <p:nvPr/>
        </p:nvCxnSpPr>
        <p:spPr>
          <a:xfrm>
            <a:off x="6583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6"/>
          <p:cNvCxnSpPr/>
          <p:nvPr/>
        </p:nvCxnSpPr>
        <p:spPr>
          <a:xfrm>
            <a:off x="658368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7"/>
          <p:cNvCxnSpPr/>
          <p:nvPr/>
        </p:nvCxnSpPr>
        <p:spPr>
          <a:xfrm>
            <a:off x="8723376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8"/>
          <p:cNvCxnSpPr/>
          <p:nvPr/>
        </p:nvCxnSpPr>
        <p:spPr>
          <a:xfrm>
            <a:off x="88879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o"/>
          <p:cNvSpPr>
            <a:spLocks noGrp="1"/>
          </p:cNvSpPr>
          <p:nvPr>
            <p:ph type="body" idx="12"/>
          </p:nvPr>
        </p:nvSpPr>
        <p:spPr>
          <a:xfrm>
            <a:off x="660400" y="1842516"/>
            <a:ext cx="8229600" cy="3520440"/>
          </a:xfrm>
          <a:prstGeom prst="rect">
            <a:avLst/>
          </a:prstGeom>
          <a:noFill/>
        </p:spPr>
        <p:txBody>
          <a:bodyPr wrap="square" lIns="182880" tIns="137160" rIns="182880" bIns="13716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800"/>
              </a:spcBef>
              <a:buNone/>
              <a:defRPr sz="1800">
                <a:solidFill>
                  <a:srgbClr val="F7FAFF"/>
                </a:solidFill>
                <a:latin typeface="Aptos"/>
              </a:defRPr>
            </a:lvl1pPr>
          </a:lstStyle>
          <a:p>
            <a:endParaRPr lang="es-ES" dirty="0"/>
          </a:p>
        </p:txBody>
      </p:sp>
      <p:pic>
        <p:nvPicPr>
          <p:cNvPr id="71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CONTENT / 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Ideas principales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Una lista corta, sin párrafos largos.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Marco Lista"/>
          <p:cNvSpPr/>
          <p:nvPr/>
        </p:nvSpPr>
        <p:spPr>
          <a:xfrm>
            <a:off x="658368" y="1828800"/>
            <a:ext cx="8229600" cy="3520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1" name="Connector 401"/>
          <p:cNvCxnSpPr/>
          <p:nvPr/>
        </p:nvCxnSpPr>
        <p:spPr>
          <a:xfrm>
            <a:off x="65836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2"/>
          <p:cNvCxnSpPr/>
          <p:nvPr/>
        </p:nvCxnSpPr>
        <p:spPr>
          <a:xfrm>
            <a:off x="6583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3"/>
          <p:cNvCxnSpPr/>
          <p:nvPr/>
        </p:nvCxnSpPr>
        <p:spPr>
          <a:xfrm>
            <a:off x="872337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4"/>
          <p:cNvCxnSpPr/>
          <p:nvPr/>
        </p:nvCxnSpPr>
        <p:spPr>
          <a:xfrm>
            <a:off x="88879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5"/>
          <p:cNvCxnSpPr/>
          <p:nvPr/>
        </p:nvCxnSpPr>
        <p:spPr>
          <a:xfrm>
            <a:off x="6583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6"/>
          <p:cNvCxnSpPr/>
          <p:nvPr/>
        </p:nvCxnSpPr>
        <p:spPr>
          <a:xfrm>
            <a:off x="658368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7"/>
          <p:cNvCxnSpPr/>
          <p:nvPr/>
        </p:nvCxnSpPr>
        <p:spPr>
          <a:xfrm>
            <a:off x="8723376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8"/>
          <p:cNvCxnSpPr/>
          <p:nvPr/>
        </p:nvCxnSpPr>
        <p:spPr>
          <a:xfrm>
            <a:off x="88879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Lista"/>
          <p:cNvSpPr>
            <a:spLocks noGrp="1"/>
          </p:cNvSpPr>
          <p:nvPr>
            <p:ph type="body" idx="12"/>
          </p:nvPr>
        </p:nvSpPr>
        <p:spPr>
          <a:xfrm>
            <a:off x="660400" y="1828800"/>
            <a:ext cx="8229600" cy="3520440"/>
          </a:xfrm>
          <a:prstGeom prst="rect">
            <a:avLst/>
          </a:prstGeom>
          <a:noFill/>
        </p:spPr>
        <p:txBody>
          <a:bodyPr wrap="square" lIns="182880" tIns="137160" rIns="182880" bIns="137160" anchor="t">
            <a:normAutofit/>
          </a:bodyPr>
          <a:lstStyle>
            <a:lvl1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00BCF2"/>
              </a:buClr>
              <a:buFont typeface="Arial"/>
              <a:buChar char="▪"/>
              <a:defRPr sz="1800">
                <a:solidFill>
                  <a:srgbClr val="F7FAFF"/>
                </a:solidFill>
                <a:latin typeface="Aptos"/>
              </a:defRPr>
            </a:lvl1pPr>
          </a:lstStyle>
          <a:p>
            <a:endParaRPr lang="es-ES" dirty="0"/>
          </a:p>
        </p:txBody>
      </p:sp>
      <p:pic>
        <p:nvPicPr>
          <p:cNvPr id="718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DATA / CHART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Los datos en una imagen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Pega aquí tu gráfico, tabla o captura.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Marco Gráfico"/>
          <p:cNvSpPr/>
          <p:nvPr/>
        </p:nvSpPr>
        <p:spPr>
          <a:xfrm>
            <a:off x="658368" y="1828800"/>
            <a:ext cx="8229600" cy="3520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1" name="Connector 401"/>
          <p:cNvCxnSpPr/>
          <p:nvPr/>
        </p:nvCxnSpPr>
        <p:spPr>
          <a:xfrm>
            <a:off x="65836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2"/>
          <p:cNvCxnSpPr/>
          <p:nvPr/>
        </p:nvCxnSpPr>
        <p:spPr>
          <a:xfrm>
            <a:off x="6583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3"/>
          <p:cNvCxnSpPr/>
          <p:nvPr/>
        </p:nvCxnSpPr>
        <p:spPr>
          <a:xfrm>
            <a:off x="872337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4"/>
          <p:cNvCxnSpPr/>
          <p:nvPr/>
        </p:nvCxnSpPr>
        <p:spPr>
          <a:xfrm>
            <a:off x="88879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5"/>
          <p:cNvCxnSpPr/>
          <p:nvPr/>
        </p:nvCxnSpPr>
        <p:spPr>
          <a:xfrm>
            <a:off x="6583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6"/>
          <p:cNvCxnSpPr/>
          <p:nvPr/>
        </p:nvCxnSpPr>
        <p:spPr>
          <a:xfrm>
            <a:off x="658368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7"/>
          <p:cNvCxnSpPr/>
          <p:nvPr/>
        </p:nvCxnSpPr>
        <p:spPr>
          <a:xfrm>
            <a:off x="8723376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8"/>
          <p:cNvCxnSpPr/>
          <p:nvPr/>
        </p:nvCxnSpPr>
        <p:spPr>
          <a:xfrm>
            <a:off x="88879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Gráfico"/>
          <p:cNvSpPr>
            <a:spLocks noGrp="1"/>
          </p:cNvSpPr>
          <p:nvPr>
            <p:ph type="pic" idx="10"/>
          </p:nvPr>
        </p:nvSpPr>
        <p:spPr>
          <a:xfrm>
            <a:off x="658367" y="1828799"/>
            <a:ext cx="8229600" cy="3520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2000" b="1">
                <a:solidFill>
                  <a:srgbClr val="A2B6CD"/>
                </a:solidFill>
                <a:latin typeface="Aptos Display"/>
              </a:defRPr>
            </a:lvl1pPr>
          </a:lstStyle>
          <a:p>
            <a:endParaRPr lang="es-ES" dirty="0"/>
          </a:p>
        </p:txBody>
      </p:sp>
      <p:pic>
        <p:nvPicPr>
          <p:cNvPr id="719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1554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DATA /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Qué dicen los datos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A la izquierda la lectura, a la derecha la evidencia.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Marco Texto"/>
          <p:cNvSpPr/>
          <p:nvPr/>
        </p:nvSpPr>
        <p:spPr>
          <a:xfrm>
            <a:off x="658368" y="1828800"/>
            <a:ext cx="3931920" cy="3520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1" name="Connector 401"/>
          <p:cNvCxnSpPr/>
          <p:nvPr/>
        </p:nvCxnSpPr>
        <p:spPr>
          <a:xfrm>
            <a:off x="65836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2"/>
          <p:cNvCxnSpPr/>
          <p:nvPr/>
        </p:nvCxnSpPr>
        <p:spPr>
          <a:xfrm>
            <a:off x="6583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3"/>
          <p:cNvCxnSpPr/>
          <p:nvPr/>
        </p:nvCxnSpPr>
        <p:spPr>
          <a:xfrm>
            <a:off x="442569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4"/>
          <p:cNvCxnSpPr/>
          <p:nvPr/>
        </p:nvCxnSpPr>
        <p:spPr>
          <a:xfrm>
            <a:off x="459028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5"/>
          <p:cNvCxnSpPr/>
          <p:nvPr/>
        </p:nvCxnSpPr>
        <p:spPr>
          <a:xfrm>
            <a:off x="6583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6"/>
          <p:cNvCxnSpPr/>
          <p:nvPr/>
        </p:nvCxnSpPr>
        <p:spPr>
          <a:xfrm>
            <a:off x="658368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7"/>
          <p:cNvCxnSpPr/>
          <p:nvPr/>
        </p:nvCxnSpPr>
        <p:spPr>
          <a:xfrm>
            <a:off x="4425696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8"/>
          <p:cNvCxnSpPr/>
          <p:nvPr/>
        </p:nvCxnSpPr>
        <p:spPr>
          <a:xfrm>
            <a:off x="459028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o"/>
          <p:cNvSpPr>
            <a:spLocks noGrp="1"/>
          </p:cNvSpPr>
          <p:nvPr>
            <p:ph type="body" idx="12"/>
          </p:nvPr>
        </p:nvSpPr>
        <p:spPr>
          <a:xfrm>
            <a:off x="646481" y="1845056"/>
            <a:ext cx="3931920" cy="3520440"/>
          </a:xfrm>
          <a:prstGeom prst="rect">
            <a:avLst/>
          </a:prstGeom>
          <a:noFill/>
        </p:spPr>
        <p:txBody>
          <a:bodyPr wrap="square" lIns="182880" tIns="137160" rIns="182880" bIns="137160" anchor="t">
            <a:normAutofit/>
          </a:bodyPr>
          <a:lstStyle>
            <a:lvl1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00BCF2"/>
              </a:buClr>
              <a:buFont typeface="Arial"/>
              <a:buChar char="▪"/>
              <a:defRPr sz="1600">
                <a:solidFill>
                  <a:srgbClr val="F7FAFF"/>
                </a:solidFill>
                <a:latin typeface="Aptos"/>
              </a:defRPr>
            </a:lvl1pPr>
          </a:lstStyle>
          <a:p>
            <a:endParaRPr lang="es-ES" dirty="0"/>
          </a:p>
        </p:txBody>
      </p:sp>
      <p:sp>
        <p:nvSpPr>
          <p:cNvPr id="410" name="Marco Gráfico"/>
          <p:cNvSpPr/>
          <p:nvPr/>
        </p:nvSpPr>
        <p:spPr>
          <a:xfrm>
            <a:off x="4956048" y="1828800"/>
            <a:ext cx="3931920" cy="3520440"/>
          </a:xfrm>
          <a:prstGeom prst="roundRect">
            <a:avLst/>
          </a:prstGeom>
          <a:solidFill>
            <a:srgbClr val="1A3961">
              <a:alpha val="34902"/>
            </a:srgbClr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1" name="Connector 411"/>
          <p:cNvCxnSpPr/>
          <p:nvPr/>
        </p:nvCxnSpPr>
        <p:spPr>
          <a:xfrm>
            <a:off x="4956048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2"/>
          <p:cNvCxnSpPr/>
          <p:nvPr/>
        </p:nvCxnSpPr>
        <p:spPr>
          <a:xfrm>
            <a:off x="495604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3"/>
          <p:cNvCxnSpPr/>
          <p:nvPr/>
        </p:nvCxnSpPr>
        <p:spPr>
          <a:xfrm>
            <a:off x="8723376" y="182880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4"/>
          <p:cNvCxnSpPr/>
          <p:nvPr/>
        </p:nvCxnSpPr>
        <p:spPr>
          <a:xfrm>
            <a:off x="8887968" y="182880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5"/>
          <p:cNvCxnSpPr/>
          <p:nvPr/>
        </p:nvCxnSpPr>
        <p:spPr>
          <a:xfrm>
            <a:off x="495604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6"/>
          <p:cNvCxnSpPr/>
          <p:nvPr/>
        </p:nvCxnSpPr>
        <p:spPr>
          <a:xfrm>
            <a:off x="4956048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7"/>
          <p:cNvCxnSpPr/>
          <p:nvPr/>
        </p:nvCxnSpPr>
        <p:spPr>
          <a:xfrm>
            <a:off x="8723376" y="534924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8"/>
          <p:cNvCxnSpPr/>
          <p:nvPr/>
        </p:nvCxnSpPr>
        <p:spPr>
          <a:xfrm>
            <a:off x="8887968" y="5184648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Gráfico"/>
          <p:cNvSpPr>
            <a:spLocks noGrp="1"/>
          </p:cNvSpPr>
          <p:nvPr>
            <p:ph type="pic" idx="10"/>
          </p:nvPr>
        </p:nvSpPr>
        <p:spPr>
          <a:xfrm>
            <a:off x="4959020" y="1821938"/>
            <a:ext cx="3931920" cy="3520440"/>
          </a:xfrm>
          <a:prstGeom prst="roundRect">
            <a:avLst/>
          </a:prstGeom>
          <a:noFill/>
          <a:ln w="15240">
            <a:solidFill>
              <a:srgbClr val="00BCF2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buNone/>
              <a:defRPr sz="1600" b="1">
                <a:solidFill>
                  <a:srgbClr val="A2B6CD"/>
                </a:solidFill>
                <a:latin typeface="Aptos Display"/>
              </a:defRPr>
            </a:lvl1pPr>
          </a:lstStyle>
          <a:p>
            <a:endParaRPr lang="es-ES" dirty="0"/>
          </a:p>
        </p:txBody>
      </p:sp>
      <p:pic>
        <p:nvPicPr>
          <p:cNvPr id="720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25022"/>
                </a:solidFill>
                <a:latin typeface="Aptos"/>
              </a:rPr>
              <a:t>SPONSORS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786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FAFF"/>
                </a:solidFill>
                <a:latin typeface="Aptos Display"/>
              </a:rPr>
              <a:t>Gracias a nuestros sponsors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1353312"/>
            <a:ext cx="8961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B6CD"/>
                </a:solidFill>
                <a:latin typeface="Aptos Display"/>
              </a:rPr>
              <a:t>Este evento no sería posible sin ellos.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16768" y="1993392"/>
            <a:ext cx="146304" cy="310896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16768" y="2496312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16768" y="2999232"/>
            <a:ext cx="146304" cy="60350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16768" y="3502152"/>
            <a:ext cx="146304" cy="7498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84" name="CHROME_dot0">
            <a:extLst>
              <a:ext uri="{FF2B5EF4-FFF2-40B4-BE49-F238E27FC236}">
                <a16:creationId xmlns:a16="http://schemas.microsoft.com/office/drawing/2014/main" id="{06782D32-5BAE-4E77-B9C2-129DDA5A1E4B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5" name="CHROME_dot1">
            <a:extLst>
              <a:ext uri="{FF2B5EF4-FFF2-40B4-BE49-F238E27FC236}">
                <a16:creationId xmlns:a16="http://schemas.microsoft.com/office/drawing/2014/main" id="{74C0D7D9-5EA4-4720-B3F0-2A31816D67BC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6" name="CHROME_dot2">
            <a:extLst>
              <a:ext uri="{FF2B5EF4-FFF2-40B4-BE49-F238E27FC236}">
                <a16:creationId xmlns:a16="http://schemas.microsoft.com/office/drawing/2014/main" id="{CFF2EF3E-1045-46FB-A3B5-66C3A9214D45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7" name="CHROME_dot3">
            <a:extLst>
              <a:ext uri="{FF2B5EF4-FFF2-40B4-BE49-F238E27FC236}">
                <a16:creationId xmlns:a16="http://schemas.microsoft.com/office/drawing/2014/main" id="{3A9D0614-D40A-4081-9D1F-5ECFA0BC4CF5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88" name="CHROME_path">
            <a:extLst>
              <a:ext uri="{FF2B5EF4-FFF2-40B4-BE49-F238E27FC236}">
                <a16:creationId xmlns:a16="http://schemas.microsoft.com/office/drawing/2014/main" id="{7D0CE40E-569D-4E0F-A285-E1B91D2E6261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89" name="CHROME_caret">
            <a:extLst>
              <a:ext uri="{FF2B5EF4-FFF2-40B4-BE49-F238E27FC236}">
                <a16:creationId xmlns:a16="http://schemas.microsoft.com/office/drawing/2014/main" id="{DD7DE8ED-5424-48BD-AE82-06B8DC8D00AC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0" name="CHROME_rule0">
            <a:extLst>
              <a:ext uri="{FF2B5EF4-FFF2-40B4-BE49-F238E27FC236}">
                <a16:creationId xmlns:a16="http://schemas.microsoft.com/office/drawing/2014/main" id="{C1A50FEF-D74B-4AA9-9CE3-CB525F9D53F3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1" name="CHROME_rule1">
            <a:extLst>
              <a:ext uri="{FF2B5EF4-FFF2-40B4-BE49-F238E27FC236}">
                <a16:creationId xmlns:a16="http://schemas.microsoft.com/office/drawing/2014/main" id="{8BF4BB9D-6FC1-437A-9941-46D10FFA1603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2" name="CHROME_rule2">
            <a:extLst>
              <a:ext uri="{FF2B5EF4-FFF2-40B4-BE49-F238E27FC236}">
                <a16:creationId xmlns:a16="http://schemas.microsoft.com/office/drawing/2014/main" id="{662B8199-6AE5-4980-A856-DA152531FA12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3" name="CHROME_rule3">
            <a:extLst>
              <a:ext uri="{FF2B5EF4-FFF2-40B4-BE49-F238E27FC236}">
                <a16:creationId xmlns:a16="http://schemas.microsoft.com/office/drawing/2014/main" id="{AEEE69A5-111C-45B3-9DC6-C2A168AAC443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94" name="CHROME_gutter0">
            <a:extLst>
              <a:ext uri="{FF2B5EF4-FFF2-40B4-BE49-F238E27FC236}">
                <a16:creationId xmlns:a16="http://schemas.microsoft.com/office/drawing/2014/main" id="{D51EDA94-279C-4B9A-9B14-29664434D6A5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95" name="CHROME_gutter1">
            <a:extLst>
              <a:ext uri="{FF2B5EF4-FFF2-40B4-BE49-F238E27FC236}">
                <a16:creationId xmlns:a16="http://schemas.microsoft.com/office/drawing/2014/main" id="{677D6FDA-47E6-4532-9C42-FA376225D79C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96" name="CHROME_gutter2">
            <a:extLst>
              <a:ext uri="{FF2B5EF4-FFF2-40B4-BE49-F238E27FC236}">
                <a16:creationId xmlns:a16="http://schemas.microsoft.com/office/drawing/2014/main" id="{EF78A19D-A77A-41E3-A6C6-B9BC2B9972BD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97" name="CHROME_gutter3">
            <a:extLst>
              <a:ext uri="{FF2B5EF4-FFF2-40B4-BE49-F238E27FC236}">
                <a16:creationId xmlns:a16="http://schemas.microsoft.com/office/drawing/2014/main" id="{D73E7923-C0E3-45AC-B000-D62B598909CB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98" name="CHROME_gutter4">
            <a:extLst>
              <a:ext uri="{FF2B5EF4-FFF2-40B4-BE49-F238E27FC236}">
                <a16:creationId xmlns:a16="http://schemas.microsoft.com/office/drawing/2014/main" id="{5B9CF98F-6F7A-4ADD-BB62-4BAF2C31E405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99" name="CHROME_gutter5">
            <a:extLst>
              <a:ext uri="{FF2B5EF4-FFF2-40B4-BE49-F238E27FC236}">
                <a16:creationId xmlns:a16="http://schemas.microsoft.com/office/drawing/2014/main" id="{AACA28AA-C35C-4C1E-903E-95C0A1D7FEBD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100" name="CHROME_gutter6">
            <a:extLst>
              <a:ext uri="{FF2B5EF4-FFF2-40B4-BE49-F238E27FC236}">
                <a16:creationId xmlns:a16="http://schemas.microsoft.com/office/drawing/2014/main" id="{7862FCB8-3CCC-4B7D-BF0B-A2BB292601E4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101" name="CHROME_gutter7">
            <a:extLst>
              <a:ext uri="{FF2B5EF4-FFF2-40B4-BE49-F238E27FC236}">
                <a16:creationId xmlns:a16="http://schemas.microsoft.com/office/drawing/2014/main" id="{7809D807-EB6F-4FAC-9A7E-45C8BEBA7CE8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102" name="CHROME_telemetry">
            <a:extLst>
              <a:ext uri="{FF2B5EF4-FFF2-40B4-BE49-F238E27FC236}">
                <a16:creationId xmlns:a16="http://schemas.microsoft.com/office/drawing/2014/main" id="{5BA80422-66B2-4514-8B66-C991F3DB3DAE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1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20" y="6080760"/>
            <a:ext cx="548640" cy="548640"/>
          </a:xfrm>
          <a:prstGeom prst="rect">
            <a:avLst/>
          </a:prstGeom>
        </p:spPr>
      </p:pic>
      <p:sp>
        <p:nvSpPr>
          <p:cNvPr id="718" name="Rounded Rectangle 717"/>
          <p:cNvSpPr/>
          <p:nvPr/>
        </p:nvSpPr>
        <p:spPr>
          <a:xfrm>
            <a:off x="658368" y="22402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1A3961"/>
          </a:solidFill>
          <a:ln w="19050">
            <a:solidFill>
              <a:srgbClr val="00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9" name="Picture 718" descr="adv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7" y="3286440"/>
            <a:ext cx="2011680" cy="285120"/>
          </a:xfrm>
          <a:prstGeom prst="rect">
            <a:avLst/>
          </a:prstGeom>
        </p:spPr>
      </p:pic>
      <p:sp>
        <p:nvSpPr>
          <p:cNvPr id="720" name="Rounded Rectangle 719"/>
          <p:cNvSpPr/>
          <p:nvPr/>
        </p:nvSpPr>
        <p:spPr>
          <a:xfrm>
            <a:off x="3493007" y="22402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1A3961"/>
          </a:solidFill>
          <a:ln w="19050">
            <a:solidFill>
              <a:srgbClr val="00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1" name="Picture 720" descr="ju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7" y="3152626"/>
            <a:ext cx="2011680" cy="552746"/>
          </a:xfrm>
          <a:prstGeom prst="rect">
            <a:avLst/>
          </a:prstGeom>
        </p:spPr>
      </p:pic>
      <p:sp>
        <p:nvSpPr>
          <p:cNvPr id="722" name="Rounded Rectangle 721"/>
          <p:cNvSpPr/>
          <p:nvPr/>
        </p:nvSpPr>
        <p:spPr>
          <a:xfrm>
            <a:off x="6327647" y="22402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1A3961"/>
          </a:solidFill>
          <a:ln w="19050">
            <a:solidFill>
              <a:srgbClr val="00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3" name="Picture 722" descr="tajam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7" y="3180243"/>
            <a:ext cx="2011680" cy="497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2631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72623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18927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65231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1535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839" y="502920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8001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2631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72623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18927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5231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11535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57839" y="649224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8001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2631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72623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18927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5231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11535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57839" y="795528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001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631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72623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18927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5231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11535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57839" y="941832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001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2631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72623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18927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65231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11535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57839" y="1088136"/>
            <a:ext cx="27432" cy="27432"/>
          </a:xfrm>
          <a:prstGeom prst="ellipse">
            <a:avLst/>
          </a:prstGeom>
          <a:solidFill>
            <a:srgbClr val="3E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2B6CD"/>
                </a:solidFill>
                <a:latin typeface="Aptos"/>
              </a:rPr>
              <a:t>AI//VD ·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64208" y="6583680"/>
            <a:ext cx="64008" cy="6400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6583680"/>
            <a:ext cx="64008" cy="6400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01952" y="6583680"/>
            <a:ext cx="64008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020824" y="6583680"/>
            <a:ext cx="64008" cy="640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10896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B900"/>
                </a:solidFill>
                <a:latin typeface="Aptos"/>
              </a:rPr>
              <a:t>Q&amp;A / CLOSING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1234440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7FAFF"/>
                </a:solidFill>
                <a:latin typeface="Aptos Display"/>
              </a:rPr>
              <a:t>¿Preguntas?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956048" y="224028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56048" y="224028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77456" y="2240280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242048" y="2240280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956048" y="3950207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56048" y="4114799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077456" y="4114799"/>
            <a:ext cx="164592" cy="0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42048" y="3950207"/>
            <a:ext cx="0" cy="164592"/>
          </a:xfrm>
          <a:prstGeom prst="line">
            <a:avLst/>
          </a:prstGeom>
          <a:ln w="190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874519" y="4681728"/>
            <a:ext cx="8229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A2B6CD"/>
                </a:solidFill>
                <a:latin typeface="Aptos Display"/>
              </a:rPr>
              <a:t>Chat · Mano levantada · Slido / Mentimeter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19" y="523036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BCF2"/>
                </a:solidFill>
                <a:latin typeface="Aptos Display"/>
              </a:rPr>
              <a:t>AI Virtual Days 2026 · Microsoft Speakers Hub en Español</a:t>
            </a:r>
          </a:p>
        </p:txBody>
      </p:sp>
      <p:pic>
        <p:nvPicPr>
          <p:cNvPr id="715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28" y="67187"/>
            <a:ext cx="933172" cy="1399759"/>
          </a:xfrm>
          <a:prstGeom prst="rect">
            <a:avLst/>
          </a:prstGeom>
        </p:spPr>
      </p:pic>
      <p:sp>
        <p:nvSpPr>
          <p:cNvPr id="65" name="CHROME_dot0">
            <a:extLst>
              <a:ext uri="{FF2B5EF4-FFF2-40B4-BE49-F238E27FC236}">
                <a16:creationId xmlns:a16="http://schemas.microsoft.com/office/drawing/2014/main" id="{67AB8688-D226-4879-BB58-88CFEFBD769F}"/>
              </a:ext>
            </a:extLst>
          </p:cNvPr>
          <p:cNvSpPr/>
          <p:nvPr/>
        </p:nvSpPr>
        <p:spPr>
          <a:xfrm>
            <a:off x="330200" y="88900"/>
            <a:ext cx="127000" cy="127000"/>
          </a:xfrm>
          <a:prstGeom prst="ellipse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6" name="CHROME_dot1">
            <a:extLst>
              <a:ext uri="{FF2B5EF4-FFF2-40B4-BE49-F238E27FC236}">
                <a16:creationId xmlns:a16="http://schemas.microsoft.com/office/drawing/2014/main" id="{DA954924-6E85-4D97-8308-98F572DB07BF}"/>
              </a:ext>
            </a:extLst>
          </p:cNvPr>
          <p:cNvSpPr/>
          <p:nvPr/>
        </p:nvSpPr>
        <p:spPr>
          <a:xfrm>
            <a:off x="533400" y="88900"/>
            <a:ext cx="127000" cy="127000"/>
          </a:xfrm>
          <a:prstGeom prst="ellipse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7" name="CHROME_dot2">
            <a:extLst>
              <a:ext uri="{FF2B5EF4-FFF2-40B4-BE49-F238E27FC236}">
                <a16:creationId xmlns:a16="http://schemas.microsoft.com/office/drawing/2014/main" id="{20CE33DF-F8C8-4D10-8B9C-27F4DAFD8611}"/>
              </a:ext>
            </a:extLst>
          </p:cNvPr>
          <p:cNvSpPr/>
          <p:nvPr/>
        </p:nvSpPr>
        <p:spPr>
          <a:xfrm>
            <a:off x="736600" y="88900"/>
            <a:ext cx="127000" cy="127000"/>
          </a:xfrm>
          <a:prstGeom prst="ellipse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8" name="CHROME_dot3">
            <a:extLst>
              <a:ext uri="{FF2B5EF4-FFF2-40B4-BE49-F238E27FC236}">
                <a16:creationId xmlns:a16="http://schemas.microsoft.com/office/drawing/2014/main" id="{9E745F80-F5C6-453D-8AC3-2965CC00DA48}"/>
              </a:ext>
            </a:extLst>
          </p:cNvPr>
          <p:cNvSpPr/>
          <p:nvPr/>
        </p:nvSpPr>
        <p:spPr>
          <a:xfrm>
            <a:off x="939800" y="88900"/>
            <a:ext cx="127000" cy="127000"/>
          </a:xfrm>
          <a:prstGeom prst="ellipse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69" name="CHROME_path">
            <a:extLst>
              <a:ext uri="{FF2B5EF4-FFF2-40B4-BE49-F238E27FC236}">
                <a16:creationId xmlns:a16="http://schemas.microsoft.com/office/drawing/2014/main" id="{48326B88-4629-4292-9A01-1559068AB4DD}"/>
              </a:ext>
            </a:extLst>
          </p:cNvPr>
          <p:cNvSpPr txBox="1"/>
          <p:nvPr/>
        </p:nvSpPr>
        <p:spPr>
          <a:xfrm>
            <a:off x="1193800" y="3810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2E5F92"/>
                </a:solidFill>
                <a:latin typeface="Consolas"/>
              </a:rPr>
              <a:t>msh://ai-virtual-days-2026:~$</a:t>
            </a:r>
          </a:p>
        </p:txBody>
      </p:sp>
      <p:sp>
        <p:nvSpPr>
          <p:cNvPr id="70" name="CHROME_caret">
            <a:extLst>
              <a:ext uri="{FF2B5EF4-FFF2-40B4-BE49-F238E27FC236}">
                <a16:creationId xmlns:a16="http://schemas.microsoft.com/office/drawing/2014/main" id="{FE253403-AD80-4745-AA66-59AFCD32BAB2}"/>
              </a:ext>
            </a:extLst>
          </p:cNvPr>
          <p:cNvSpPr/>
          <p:nvPr/>
        </p:nvSpPr>
        <p:spPr>
          <a:xfrm>
            <a:off x="4394200" y="76200"/>
            <a:ext cx="114300" cy="17780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1" name="CHROME_rule0">
            <a:extLst>
              <a:ext uri="{FF2B5EF4-FFF2-40B4-BE49-F238E27FC236}">
                <a16:creationId xmlns:a16="http://schemas.microsoft.com/office/drawing/2014/main" id="{99F9E254-106B-48F8-B07F-9415185DB84B}"/>
              </a:ext>
            </a:extLst>
          </p:cNvPr>
          <p:cNvSpPr/>
          <p:nvPr/>
        </p:nvSpPr>
        <p:spPr>
          <a:xfrm>
            <a:off x="330200" y="266700"/>
            <a:ext cx="2825750" cy="19050"/>
          </a:xfrm>
          <a:prstGeom prst="rect">
            <a:avLst/>
          </a:prstGeom>
          <a:solidFill>
            <a:srgbClr val="F2502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2" name="CHROME_rule1">
            <a:extLst>
              <a:ext uri="{FF2B5EF4-FFF2-40B4-BE49-F238E27FC236}">
                <a16:creationId xmlns:a16="http://schemas.microsoft.com/office/drawing/2014/main" id="{B9669A58-3A32-40C4-B214-1209B8E8C077}"/>
              </a:ext>
            </a:extLst>
          </p:cNvPr>
          <p:cNvSpPr/>
          <p:nvPr/>
        </p:nvSpPr>
        <p:spPr>
          <a:xfrm>
            <a:off x="3155950" y="266700"/>
            <a:ext cx="2825750" cy="19050"/>
          </a:xfrm>
          <a:prstGeom prst="rect">
            <a:avLst/>
          </a:prstGeom>
          <a:solidFill>
            <a:srgbClr val="FFB9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3" name="CHROME_rule2">
            <a:extLst>
              <a:ext uri="{FF2B5EF4-FFF2-40B4-BE49-F238E27FC236}">
                <a16:creationId xmlns:a16="http://schemas.microsoft.com/office/drawing/2014/main" id="{7FBA33F7-2C34-420F-AC85-390CF3C8F038}"/>
              </a:ext>
            </a:extLst>
          </p:cNvPr>
          <p:cNvSpPr/>
          <p:nvPr/>
        </p:nvSpPr>
        <p:spPr>
          <a:xfrm>
            <a:off x="5981700" y="266700"/>
            <a:ext cx="2825750" cy="19050"/>
          </a:xfrm>
          <a:prstGeom prst="rect">
            <a:avLst/>
          </a:prstGeom>
          <a:solidFill>
            <a:srgbClr val="7FBA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4" name="CHROME_rule3">
            <a:extLst>
              <a:ext uri="{FF2B5EF4-FFF2-40B4-BE49-F238E27FC236}">
                <a16:creationId xmlns:a16="http://schemas.microsoft.com/office/drawing/2014/main" id="{939D086C-92C4-4A08-88DE-9F0F2A4BF87A}"/>
              </a:ext>
            </a:extLst>
          </p:cNvPr>
          <p:cNvSpPr/>
          <p:nvPr/>
        </p:nvSpPr>
        <p:spPr>
          <a:xfrm>
            <a:off x="8807450" y="266700"/>
            <a:ext cx="2825750" cy="19050"/>
          </a:xfrm>
          <a:prstGeom prst="rect">
            <a:avLst/>
          </a:prstGeom>
          <a:solidFill>
            <a:srgbClr val="0078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5" name="CHROME_gutter0">
            <a:extLst>
              <a:ext uri="{FF2B5EF4-FFF2-40B4-BE49-F238E27FC236}">
                <a16:creationId xmlns:a16="http://schemas.microsoft.com/office/drawing/2014/main" id="{F5E470F1-A3CE-447D-820B-CFD0F7C368FD}"/>
              </a:ext>
            </a:extLst>
          </p:cNvPr>
          <p:cNvSpPr txBox="1"/>
          <p:nvPr/>
        </p:nvSpPr>
        <p:spPr>
          <a:xfrm>
            <a:off x="76200" y="584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01</a:t>
            </a:r>
          </a:p>
        </p:txBody>
      </p:sp>
      <p:sp>
        <p:nvSpPr>
          <p:cNvPr id="76" name="CHROME_gutter1">
            <a:extLst>
              <a:ext uri="{FF2B5EF4-FFF2-40B4-BE49-F238E27FC236}">
                <a16:creationId xmlns:a16="http://schemas.microsoft.com/office/drawing/2014/main" id="{BF100C6B-3432-4B08-AFD0-6B9A2C5146D6}"/>
              </a:ext>
            </a:extLst>
          </p:cNvPr>
          <p:cNvSpPr txBox="1"/>
          <p:nvPr/>
        </p:nvSpPr>
        <p:spPr>
          <a:xfrm>
            <a:off x="76200" y="1244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02</a:t>
            </a:r>
          </a:p>
        </p:txBody>
      </p:sp>
      <p:sp>
        <p:nvSpPr>
          <p:cNvPr id="77" name="CHROME_gutter2">
            <a:extLst>
              <a:ext uri="{FF2B5EF4-FFF2-40B4-BE49-F238E27FC236}">
                <a16:creationId xmlns:a16="http://schemas.microsoft.com/office/drawing/2014/main" id="{88BBFD15-9F9F-486B-A917-6515652F5B26}"/>
              </a:ext>
            </a:extLst>
          </p:cNvPr>
          <p:cNvSpPr txBox="1"/>
          <p:nvPr/>
        </p:nvSpPr>
        <p:spPr>
          <a:xfrm>
            <a:off x="76200" y="1905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03</a:t>
            </a:r>
          </a:p>
        </p:txBody>
      </p:sp>
      <p:sp>
        <p:nvSpPr>
          <p:cNvPr id="78" name="CHROME_gutter3">
            <a:extLst>
              <a:ext uri="{FF2B5EF4-FFF2-40B4-BE49-F238E27FC236}">
                <a16:creationId xmlns:a16="http://schemas.microsoft.com/office/drawing/2014/main" id="{C3AF3C4E-8E52-4548-9EC0-38F5DA8E22EA}"/>
              </a:ext>
            </a:extLst>
          </p:cNvPr>
          <p:cNvSpPr txBox="1"/>
          <p:nvPr/>
        </p:nvSpPr>
        <p:spPr>
          <a:xfrm>
            <a:off x="76200" y="25654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04</a:t>
            </a:r>
          </a:p>
        </p:txBody>
      </p:sp>
      <p:sp>
        <p:nvSpPr>
          <p:cNvPr id="79" name="CHROME_gutter4">
            <a:extLst>
              <a:ext uri="{FF2B5EF4-FFF2-40B4-BE49-F238E27FC236}">
                <a16:creationId xmlns:a16="http://schemas.microsoft.com/office/drawing/2014/main" id="{A0D77306-56EC-415D-8F69-A895669D7FA7}"/>
              </a:ext>
            </a:extLst>
          </p:cNvPr>
          <p:cNvSpPr txBox="1"/>
          <p:nvPr/>
        </p:nvSpPr>
        <p:spPr>
          <a:xfrm>
            <a:off x="76200" y="32258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05</a:t>
            </a:r>
          </a:p>
        </p:txBody>
      </p:sp>
      <p:sp>
        <p:nvSpPr>
          <p:cNvPr id="80" name="CHROME_gutter5">
            <a:extLst>
              <a:ext uri="{FF2B5EF4-FFF2-40B4-BE49-F238E27FC236}">
                <a16:creationId xmlns:a16="http://schemas.microsoft.com/office/drawing/2014/main" id="{AF912800-7B47-45B4-97EA-C52BA2B93325}"/>
              </a:ext>
            </a:extLst>
          </p:cNvPr>
          <p:cNvSpPr txBox="1"/>
          <p:nvPr/>
        </p:nvSpPr>
        <p:spPr>
          <a:xfrm>
            <a:off x="76200" y="38862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06</a:t>
            </a:r>
          </a:p>
        </p:txBody>
      </p:sp>
      <p:sp>
        <p:nvSpPr>
          <p:cNvPr id="81" name="CHROME_gutter6">
            <a:extLst>
              <a:ext uri="{FF2B5EF4-FFF2-40B4-BE49-F238E27FC236}">
                <a16:creationId xmlns:a16="http://schemas.microsoft.com/office/drawing/2014/main" id="{50D85AC8-6615-4E92-84A3-61BC932E7577}"/>
              </a:ext>
            </a:extLst>
          </p:cNvPr>
          <p:cNvSpPr txBox="1"/>
          <p:nvPr/>
        </p:nvSpPr>
        <p:spPr>
          <a:xfrm>
            <a:off x="76200" y="45466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07</a:t>
            </a:r>
          </a:p>
        </p:txBody>
      </p:sp>
      <p:sp>
        <p:nvSpPr>
          <p:cNvPr id="82" name="CHROME_gutter7">
            <a:extLst>
              <a:ext uri="{FF2B5EF4-FFF2-40B4-BE49-F238E27FC236}">
                <a16:creationId xmlns:a16="http://schemas.microsoft.com/office/drawing/2014/main" id="{02D8A735-1D05-47FA-9817-963A7508304A}"/>
              </a:ext>
            </a:extLst>
          </p:cNvPr>
          <p:cNvSpPr txBox="1"/>
          <p:nvPr/>
        </p:nvSpPr>
        <p:spPr>
          <a:xfrm>
            <a:off x="76200" y="520700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12304F"/>
                </a:solidFill>
                <a:latin typeface="Consolas"/>
              </a:rPr>
              <a:t>08</a:t>
            </a:r>
          </a:p>
        </p:txBody>
      </p:sp>
      <p:sp>
        <p:nvSpPr>
          <p:cNvPr id="83" name="CHROME_telemetry">
            <a:extLst>
              <a:ext uri="{FF2B5EF4-FFF2-40B4-BE49-F238E27FC236}">
                <a16:creationId xmlns:a16="http://schemas.microsoft.com/office/drawing/2014/main" id="{D11ECE18-6F4A-452C-A943-C61063319799}"/>
              </a:ext>
            </a:extLst>
          </p:cNvPr>
          <p:cNvSpPr txBox="1"/>
          <p:nvPr/>
        </p:nvSpPr>
        <p:spPr>
          <a:xfrm>
            <a:off x="3810000" y="62230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3557F"/>
                </a:solidFill>
                <a:latin typeface="Consolas"/>
              </a:rPr>
              <a:t>mode: copilot  ·  latency: 0.8s  ·  tokens: 1.2k  ·  uptime: 99.9%</a:t>
            </a:r>
            <a:endParaRPr lang="es-ES" sz="1400">
              <a:solidFill>
                <a:srgbClr val="23557F"/>
              </a:solidFill>
              <a:latin typeface="Consolas"/>
            </a:endParaRPr>
          </a:p>
        </p:txBody>
      </p:sp>
      <p:pic>
        <p:nvPicPr>
          <p:cNvPr id="500" name="Logo AI Virtual Days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2423160"/>
            <a:ext cx="1508759" cy="1508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[1789229494918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A866CD-D48E-4D6B-9FFB-DF2698CBB3B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41df10d-1fb8-453c-ba9e-1e8f7ac3161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572A8A9B63740478C8544590C3D0C92" ma:contentTypeVersion="12" ma:contentTypeDescription="Crear nuevo documento." ma:contentTypeScope="" ma:versionID="cb4eef6579491c4dd1f586c3c5e969ca">
  <xsd:schema xmlns:xsd="http://www.w3.org/2001/XMLSchema" xmlns:xs="http://www.w3.org/2001/XMLSchema" xmlns:p="http://schemas.microsoft.com/office/2006/metadata/properties" xmlns:ns2="988e5dbc-39d9-4377-9f49-b239a6b92aa8" xmlns:ns3="0d720551-8daa-4f42-85b0-7e83da976369" targetNamespace="http://schemas.microsoft.com/office/2006/metadata/properties" ma:root="true" ma:fieldsID="ba753307e86a85e04a13dc3d4398acc3" ns2:_="" ns3:_="">
    <xsd:import namespace="988e5dbc-39d9-4377-9f49-b239a6b92aa8"/>
    <xsd:import namespace="0d720551-8daa-4f42-85b0-7e83da9763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e5dbc-39d9-4377-9f49-b239a6b92a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6c549c3d-f6bb-40ea-9da0-db8650703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20551-8daa-4f42-85b0-7e83da97636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c6d0aae-ebe6-4cfd-b3e0-b6661983dac4}" ma:internalName="TaxCatchAll" ma:showField="CatchAllData" ma:web="0d720551-8daa-4f42-85b0-7e83da9763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8e5dbc-39d9-4377-9f49-b239a6b92aa8">
      <Terms xmlns="http://schemas.microsoft.com/office/infopath/2007/PartnerControls"/>
    </lcf76f155ced4ddcb4097134ff3c332f>
    <TaxCatchAll xmlns="0d720551-8daa-4f42-85b0-7e83da976369" xsi:nil="true"/>
  </documentManagement>
</p:properties>
</file>

<file path=customXml/itemProps1.xml><?xml version="1.0" encoding="utf-8"?>
<ds:datastoreItem xmlns:ds="http://schemas.openxmlformats.org/officeDocument/2006/customXml" ds:itemID="{F7582FBF-18DF-4D87-B789-CEE14D6DE1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e5dbc-39d9-4377-9f49-b239a6b92aa8"/>
    <ds:schemaRef ds:uri="0d720551-8daa-4f42-85b0-7e83da9763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2DF72A-0435-4375-BA8F-9F015A9200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DFB600-407C-43D1-B77D-9D93274056C9}">
  <ds:schemaRefs>
    <ds:schemaRef ds:uri="http://schemas.microsoft.com/office/2006/metadata/properties"/>
    <ds:schemaRef ds:uri="http://schemas.microsoft.com/office/infopath/2007/PartnerControls"/>
    <ds:schemaRef ds:uri="988e5dbc-39d9-4377-9f49-b239a6b92aa8"/>
    <ds:schemaRef ds:uri="0d720551-8daa-4f42-85b0-7e83da97636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1144</Words>
  <Application>Microsoft Office PowerPoint</Application>
  <PresentationFormat>Widescreen</PresentationFormat>
  <Paragraphs>346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 [1789229494918]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Virtual Days MSH ESP</dc:title>
  <dc:subject/>
  <dc:creator>a.rabal@prodware.es</dc:creator>
  <cp:keywords>AI Virtual Days MSH ESP</cp:keywords>
  <dc:description>generated using python-pptx</dc:description>
  <cp:lastModifiedBy>Adrián Espés Espés</cp:lastModifiedBy>
  <cp:revision>7</cp:revision>
  <dcterms:created xsi:type="dcterms:W3CDTF">2013-01-27T09:14:16Z</dcterms:created>
  <dcterms:modified xsi:type="dcterms:W3CDTF">2026-10-26T17:32:26Z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0x010100C572A8A9B63740478C8544590C3D0C92</vt:lpwstr>
  </property>
  <property fmtid="{D5CDD505-2E9C-101B-9397-08002B2CF9AE}" pid="3" name="MediaServiceImageTags">
    <vt:lpwstr/>
  </property>
</Properties>
</file>